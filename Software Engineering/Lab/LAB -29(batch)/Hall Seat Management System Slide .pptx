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68C49C6.xml" ContentType="application/vnd.ms-powerpoint.comments+xml"/>
  <Override PartName="/ppt/comments/modernComment_105_B36F06B0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7" r:id="rId4"/>
    <p:sldId id="262" r:id="rId5"/>
    <p:sldId id="263" r:id="rId6"/>
    <p:sldId id="264" r:id="rId7"/>
    <p:sldId id="265" r:id="rId8"/>
    <p:sldId id="258" r:id="rId9"/>
    <p:sldId id="259" r:id="rId10"/>
    <p:sldId id="269" r:id="rId11"/>
    <p:sldId id="266" r:id="rId12"/>
    <p:sldId id="286" r:id="rId13"/>
    <p:sldId id="272" r:id="rId14"/>
    <p:sldId id="276" r:id="rId15"/>
    <p:sldId id="273" r:id="rId16"/>
    <p:sldId id="274" r:id="rId17"/>
    <p:sldId id="275" r:id="rId18"/>
    <p:sldId id="271" r:id="rId19"/>
    <p:sldId id="285" r:id="rId20"/>
    <p:sldId id="277" r:id="rId21"/>
    <p:sldId id="280" r:id="rId22"/>
    <p:sldId id="281" r:id="rId23"/>
    <p:sldId id="282" r:id="rId24"/>
    <p:sldId id="283" r:id="rId25"/>
    <p:sldId id="284" r:id="rId26"/>
    <p:sldId id="287" r:id="rId27"/>
    <p:sldId id="288" r:id="rId28"/>
    <p:sldId id="268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0290A-4B26-2FCD-BC7C-1289241A81CE}" v="756" dt="2024-11-29T09:35:49.295"/>
    <p1510:client id="{25CB9066-7DD7-D5D5-0B3A-B1A7278A2C27}" v="8" dt="2024-11-30T08:40:01.909"/>
    <p1510:client id="{428382FC-C6EF-2FA4-DFD8-4DAD0E262B1B}" v="41" dt="2024-11-30T07:06:03.075"/>
    <p1510:client id="{629106D2-4676-D25B-F30C-80F0E5F351DC}" v="19" dt="2024-11-30T06:49:40.335"/>
    <p1510:client id="{66713CB4-B267-D328-D532-DEA610A54FF2}" v="195" dt="2024-11-30T14:40:21.478"/>
    <p1510:client id="{74D6B26B-C28C-FC76-C917-2C722A212F03}" v="2" dt="2024-11-30T08:36:04.223"/>
    <p1510:client id="{7EE0B4BD-0850-B1C4-A3BB-017A59B9F00D}" v="2" dt="2024-11-30T05:42:03.843"/>
    <p1510:client id="{8614F626-4086-5F51-5EB3-3163A9BEE117}" v="25" dt="2024-11-30T08:37:45.968"/>
    <p1510:client id="{8F47F303-2340-06F3-D58C-4AEB1F54343B}" v="199" dt="2024-11-30T06:55:51.150"/>
    <p1510:client id="{B82FCFDD-8E54-65A6-E883-55F61AF82868}" v="8" dt="2024-11-30T07:12:47.888"/>
    <p1510:client id="{BE7F3DE5-A13F-5972-961B-BC4397D0E31E}" v="48" dt="2024-11-30T06:19:35.327"/>
    <p1510:client id="{BEB3E1B4-AD82-F44A-4843-AD7D4540DD73}" v="160" dt="2024-11-29T08:48:41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omments/modernComment_100_68C49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571199-064C-4B62-98B1-843BDCA250CD}" authorId="{95582667-6102-27E7-ED8E-01A166EB4B6B}" created="2024-11-30T06:41:28.382">
    <pc:sldMkLst xmlns:pc="http://schemas.microsoft.com/office/powerpoint/2013/main/command">
      <pc:docMk/>
      <pc:sldMk cId="109857222" sldId="256"/>
    </pc:sldMkLst>
    <p188:txBody>
      <a:bodyPr/>
      <a:lstStyle/>
      <a:p>
        <a:r>
          <a:rPr lang="en-US"/>
          <a:t>hello </a:t>
        </a:r>
      </a:p>
    </p188:txBody>
  </p188:cm>
</p188:cmLst>
</file>

<file path=ppt/comments/modernComment_105_B36F06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1692B1-AAC8-456D-9697-1F4B0F3F42DA}" authorId="{95582667-6102-27E7-ED8E-01A166EB4B6B}" created="2024-11-30T06:42:14.247">
    <pc:sldMkLst xmlns:pc="http://schemas.microsoft.com/office/powerpoint/2013/main/command">
      <pc:docMk/>
      <pc:sldMk cId="3010397872" sldId="261"/>
    </pc:sldMkLst>
    <p188:txBody>
      <a:bodyPr/>
      <a:lstStyle/>
      <a:p>
        <a:r>
          <a:rPr lang="en-US"/>
          <a:t>this good 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F08292-F129-43D6-804D-15B006FCB20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7886943-80E7-4BD3-ADF1-7A30CD3D3B0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Overview</a:t>
          </a:r>
          <a:r>
            <a:rPr lang="en-US"/>
            <a:t>:</a:t>
          </a:r>
        </a:p>
      </dgm:t>
    </dgm:pt>
    <dgm:pt modelId="{A4627B6D-174E-43E3-B2D5-C5839D1956A6}" type="parTrans" cxnId="{A8FCF0DE-7842-45C2-9495-1A5EABEBFE20}">
      <dgm:prSet/>
      <dgm:spPr/>
      <dgm:t>
        <a:bodyPr/>
        <a:lstStyle/>
        <a:p>
          <a:endParaRPr lang="en-US"/>
        </a:p>
      </dgm:t>
    </dgm:pt>
    <dgm:pt modelId="{DA9188CD-41CF-4D1B-BAEE-F8C23648B265}" type="sibTrans" cxnId="{A8FCF0DE-7842-45C2-9495-1A5EABEBFE20}">
      <dgm:prSet/>
      <dgm:spPr/>
      <dgm:t>
        <a:bodyPr/>
        <a:lstStyle/>
        <a:p>
          <a:endParaRPr lang="en-US"/>
        </a:p>
      </dgm:t>
    </dgm:pt>
    <dgm:pt modelId="{BF748AFB-37A8-4681-BDAE-D3DC443790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Streamlines hall seat management with automation.</a:t>
          </a:r>
        </a:p>
      </dgm:t>
    </dgm:pt>
    <dgm:pt modelId="{BB3D54A2-A480-4262-ABF7-866E80F95D7A}" type="parTrans" cxnId="{58A9273B-57EE-4ECF-B130-2026A8BBB0AB}">
      <dgm:prSet/>
      <dgm:spPr/>
      <dgm:t>
        <a:bodyPr/>
        <a:lstStyle/>
        <a:p>
          <a:endParaRPr lang="en-US"/>
        </a:p>
      </dgm:t>
    </dgm:pt>
    <dgm:pt modelId="{47801163-9950-4CC5-A218-8A306644024D}" type="sibTrans" cxnId="{58A9273B-57EE-4ECF-B130-2026A8BBB0AB}">
      <dgm:prSet/>
      <dgm:spPr/>
      <dgm:t>
        <a:bodyPr/>
        <a:lstStyle/>
        <a:p>
          <a:endParaRPr lang="en-US"/>
        </a:p>
      </dgm:t>
    </dgm:pt>
    <dgm:pt modelId="{810B8840-2894-41F1-A3A3-40111A8904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manual effort, human errors, and redundancy.</a:t>
          </a:r>
        </a:p>
      </dgm:t>
    </dgm:pt>
    <dgm:pt modelId="{0B750D09-1F61-471E-BC69-BE283283A609}" type="parTrans" cxnId="{784589F3-039D-4448-9619-0ECE980EE60B}">
      <dgm:prSet/>
      <dgm:spPr/>
      <dgm:t>
        <a:bodyPr/>
        <a:lstStyle/>
        <a:p>
          <a:endParaRPr lang="en-US"/>
        </a:p>
      </dgm:t>
    </dgm:pt>
    <dgm:pt modelId="{1D02621A-1C81-49E7-B2AA-9D098460F62C}" type="sibTrans" cxnId="{784589F3-039D-4448-9619-0ECE980EE60B}">
      <dgm:prSet/>
      <dgm:spPr/>
      <dgm:t>
        <a:bodyPr/>
        <a:lstStyle/>
        <a:p>
          <a:endParaRPr lang="en-US"/>
        </a:p>
      </dgm:t>
    </dgm:pt>
    <dgm:pt modelId="{F54CBC78-3240-42A4-96E5-2CA6CC25FC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Key Features</a:t>
          </a:r>
          <a:r>
            <a:rPr lang="en-US"/>
            <a:t>:</a:t>
          </a:r>
        </a:p>
      </dgm:t>
    </dgm:pt>
    <dgm:pt modelId="{12E515F9-6CD6-45B5-A574-A5294295CA07}" type="parTrans" cxnId="{536B07E5-9A81-4159-A1D2-D55B0FD124B4}">
      <dgm:prSet/>
      <dgm:spPr/>
      <dgm:t>
        <a:bodyPr/>
        <a:lstStyle/>
        <a:p>
          <a:endParaRPr lang="en-US"/>
        </a:p>
      </dgm:t>
    </dgm:pt>
    <dgm:pt modelId="{4DBAD5FE-5590-4731-8429-72CE19137A93}" type="sibTrans" cxnId="{536B07E5-9A81-4159-A1D2-D55B0FD124B4}">
      <dgm:prSet/>
      <dgm:spPr/>
      <dgm:t>
        <a:bodyPr/>
        <a:lstStyle/>
        <a:p>
          <a:endParaRPr lang="en-US"/>
        </a:p>
      </dgm:t>
    </dgm:pt>
    <dgm:pt modelId="{F63AD5A5-5F91-48B2-B2A2-924871C139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Online registration</a:t>
          </a:r>
        </a:p>
      </dgm:t>
    </dgm:pt>
    <dgm:pt modelId="{C5A320BB-1676-43BA-9584-2ABFADCF02AA}" type="parTrans" cxnId="{1C515C3E-30A4-477F-A55D-8957A37CB287}">
      <dgm:prSet/>
      <dgm:spPr/>
      <dgm:t>
        <a:bodyPr/>
        <a:lstStyle/>
        <a:p>
          <a:endParaRPr lang="en-US"/>
        </a:p>
      </dgm:t>
    </dgm:pt>
    <dgm:pt modelId="{FD2DE1C3-E685-4C37-80FB-22F938712465}" type="sibTrans" cxnId="{1C515C3E-30A4-477F-A55D-8957A37CB287}">
      <dgm:prSet/>
      <dgm:spPr/>
      <dgm:t>
        <a:bodyPr/>
        <a:lstStyle/>
        <a:p>
          <a:endParaRPr lang="en-US"/>
        </a:p>
      </dgm:t>
    </dgm:pt>
    <dgm:pt modelId="{26989A26-DC56-4017-AEDB-A4F172A910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Seat allocation and fee management</a:t>
          </a:r>
        </a:p>
      </dgm:t>
    </dgm:pt>
    <dgm:pt modelId="{27FA3354-BF61-44C6-9320-DF93DF605263}" type="parTrans" cxnId="{283A2A43-DEB6-4DB3-8715-860504417417}">
      <dgm:prSet/>
      <dgm:spPr/>
      <dgm:t>
        <a:bodyPr/>
        <a:lstStyle/>
        <a:p>
          <a:endParaRPr lang="en-US"/>
        </a:p>
      </dgm:t>
    </dgm:pt>
    <dgm:pt modelId="{4FC0586C-D43B-4970-9F16-9EF32519C5F0}" type="sibTrans" cxnId="{283A2A43-DEB6-4DB3-8715-860504417417}">
      <dgm:prSet/>
      <dgm:spPr/>
      <dgm:t>
        <a:bodyPr/>
        <a:lstStyle/>
        <a:p>
          <a:endParaRPr lang="en-US"/>
        </a:p>
      </dgm:t>
    </dgm:pt>
    <dgm:pt modelId="{BEDEE7C9-C0A4-4234-9087-BB54D7CC59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Transparent and efficient process</a:t>
          </a:r>
        </a:p>
      </dgm:t>
    </dgm:pt>
    <dgm:pt modelId="{72EC9DC3-66E3-4C2C-9F95-D2FEBCFE2BFA}" type="parTrans" cxnId="{B2EC1D80-4202-4157-8853-A8523A663AD2}">
      <dgm:prSet/>
      <dgm:spPr/>
      <dgm:t>
        <a:bodyPr/>
        <a:lstStyle/>
        <a:p>
          <a:endParaRPr lang="en-US"/>
        </a:p>
      </dgm:t>
    </dgm:pt>
    <dgm:pt modelId="{DA1F19BA-2669-454A-B191-7324EAC581D7}" type="sibTrans" cxnId="{B2EC1D80-4202-4157-8853-A8523A663AD2}">
      <dgm:prSet/>
      <dgm:spPr/>
      <dgm:t>
        <a:bodyPr/>
        <a:lstStyle/>
        <a:p>
          <a:endParaRPr lang="en-US"/>
        </a:p>
      </dgm:t>
    </dgm:pt>
    <dgm:pt modelId="{D7EF7D41-08D3-412D-A425-6C50199B4837}" type="pres">
      <dgm:prSet presAssocID="{BDF08292-F129-43D6-804D-15B006FCB204}" presName="root" presStyleCnt="0">
        <dgm:presLayoutVars>
          <dgm:dir/>
          <dgm:resizeHandles val="exact"/>
        </dgm:presLayoutVars>
      </dgm:prSet>
      <dgm:spPr/>
    </dgm:pt>
    <dgm:pt modelId="{9D138C2B-2688-4B22-AD13-836B7EF39F3A}" type="pres">
      <dgm:prSet presAssocID="{47886943-80E7-4BD3-ADF1-7A30CD3D3B0A}" presName="compNode" presStyleCnt="0"/>
      <dgm:spPr/>
    </dgm:pt>
    <dgm:pt modelId="{D9E29297-6A20-4107-AC88-CE59615212E3}" type="pres">
      <dgm:prSet presAssocID="{47886943-80E7-4BD3-ADF1-7A30CD3D3B0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B552CC7F-24CF-4A0B-83EC-19CFCA7FD437}" type="pres">
      <dgm:prSet presAssocID="{47886943-80E7-4BD3-ADF1-7A30CD3D3B0A}" presName="iconSpace" presStyleCnt="0"/>
      <dgm:spPr/>
    </dgm:pt>
    <dgm:pt modelId="{20CC775F-41AD-4CD9-A18B-E350A2651A87}" type="pres">
      <dgm:prSet presAssocID="{47886943-80E7-4BD3-ADF1-7A30CD3D3B0A}" presName="parTx" presStyleLbl="revTx" presStyleIdx="0" presStyleCnt="4">
        <dgm:presLayoutVars>
          <dgm:chMax val="0"/>
          <dgm:chPref val="0"/>
        </dgm:presLayoutVars>
      </dgm:prSet>
      <dgm:spPr/>
    </dgm:pt>
    <dgm:pt modelId="{46507EF0-4B8B-43F1-B26D-22CAB153BACE}" type="pres">
      <dgm:prSet presAssocID="{47886943-80E7-4BD3-ADF1-7A30CD3D3B0A}" presName="txSpace" presStyleCnt="0"/>
      <dgm:spPr/>
    </dgm:pt>
    <dgm:pt modelId="{6936DF24-8132-4C1D-9DD7-BCE870FF1E87}" type="pres">
      <dgm:prSet presAssocID="{47886943-80E7-4BD3-ADF1-7A30CD3D3B0A}" presName="desTx" presStyleLbl="revTx" presStyleIdx="1" presStyleCnt="4">
        <dgm:presLayoutVars/>
      </dgm:prSet>
      <dgm:spPr/>
    </dgm:pt>
    <dgm:pt modelId="{2964CADE-B1A8-4699-BEA8-7933C6BC67A9}" type="pres">
      <dgm:prSet presAssocID="{DA9188CD-41CF-4D1B-BAEE-F8C23648B265}" presName="sibTrans" presStyleCnt="0"/>
      <dgm:spPr/>
    </dgm:pt>
    <dgm:pt modelId="{CF4FB6D7-4CB6-4BE9-BAFF-8B632FB6EF9D}" type="pres">
      <dgm:prSet presAssocID="{F54CBC78-3240-42A4-96E5-2CA6CC25FC4C}" presName="compNode" presStyleCnt="0"/>
      <dgm:spPr/>
    </dgm:pt>
    <dgm:pt modelId="{D8EB6E23-5558-402F-A983-15F3030771B9}" type="pres">
      <dgm:prSet presAssocID="{F54CBC78-3240-42A4-96E5-2CA6CC25FC4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12AE1D6-8088-4695-BF25-911C3BC83B64}" type="pres">
      <dgm:prSet presAssocID="{F54CBC78-3240-42A4-96E5-2CA6CC25FC4C}" presName="iconSpace" presStyleCnt="0"/>
      <dgm:spPr/>
    </dgm:pt>
    <dgm:pt modelId="{FE017B44-80D5-491B-BEE5-DB7C8114CE16}" type="pres">
      <dgm:prSet presAssocID="{F54CBC78-3240-42A4-96E5-2CA6CC25FC4C}" presName="parTx" presStyleLbl="revTx" presStyleIdx="2" presStyleCnt="4">
        <dgm:presLayoutVars>
          <dgm:chMax val="0"/>
          <dgm:chPref val="0"/>
        </dgm:presLayoutVars>
      </dgm:prSet>
      <dgm:spPr/>
    </dgm:pt>
    <dgm:pt modelId="{9D5C13B0-B847-4326-8DD0-46852CE3EC34}" type="pres">
      <dgm:prSet presAssocID="{F54CBC78-3240-42A4-96E5-2CA6CC25FC4C}" presName="txSpace" presStyleCnt="0"/>
      <dgm:spPr/>
    </dgm:pt>
    <dgm:pt modelId="{3EFD0C89-F1CA-4FBD-8C81-BEBC1B5E6E70}" type="pres">
      <dgm:prSet presAssocID="{F54CBC78-3240-42A4-96E5-2CA6CC25FC4C}" presName="desTx" presStyleLbl="revTx" presStyleIdx="3" presStyleCnt="4">
        <dgm:presLayoutVars/>
      </dgm:prSet>
      <dgm:spPr/>
    </dgm:pt>
  </dgm:ptLst>
  <dgm:cxnLst>
    <dgm:cxn modelId="{58A9273B-57EE-4ECF-B130-2026A8BBB0AB}" srcId="{47886943-80E7-4BD3-ADF1-7A30CD3D3B0A}" destId="{BF748AFB-37A8-4681-BDAE-D3DC443790F8}" srcOrd="0" destOrd="0" parTransId="{BB3D54A2-A480-4262-ABF7-866E80F95D7A}" sibTransId="{47801163-9950-4CC5-A218-8A306644024D}"/>
    <dgm:cxn modelId="{1C515C3E-30A4-477F-A55D-8957A37CB287}" srcId="{F54CBC78-3240-42A4-96E5-2CA6CC25FC4C}" destId="{F63AD5A5-5F91-48B2-B2A2-924871C139B0}" srcOrd="0" destOrd="0" parTransId="{C5A320BB-1676-43BA-9584-2ABFADCF02AA}" sibTransId="{FD2DE1C3-E685-4C37-80FB-22F938712465}"/>
    <dgm:cxn modelId="{283A2A43-DEB6-4DB3-8715-860504417417}" srcId="{F54CBC78-3240-42A4-96E5-2CA6CC25FC4C}" destId="{26989A26-DC56-4017-AEDB-A4F172A9102D}" srcOrd="1" destOrd="0" parTransId="{27FA3354-BF61-44C6-9320-DF93DF605263}" sibTransId="{4FC0586C-D43B-4970-9F16-9EF32519C5F0}"/>
    <dgm:cxn modelId="{B99DC57D-BC13-49CF-B569-412F871F0634}" type="presOf" srcId="{26989A26-DC56-4017-AEDB-A4F172A9102D}" destId="{3EFD0C89-F1CA-4FBD-8C81-BEBC1B5E6E70}" srcOrd="0" destOrd="1" presId="urn:microsoft.com/office/officeart/2018/2/layout/IconLabelDescriptionList"/>
    <dgm:cxn modelId="{B2EC1D80-4202-4157-8853-A8523A663AD2}" srcId="{F54CBC78-3240-42A4-96E5-2CA6CC25FC4C}" destId="{BEDEE7C9-C0A4-4234-9087-BB54D7CC5935}" srcOrd="2" destOrd="0" parTransId="{72EC9DC3-66E3-4C2C-9F95-D2FEBCFE2BFA}" sibTransId="{DA1F19BA-2669-454A-B191-7324EAC581D7}"/>
    <dgm:cxn modelId="{C3E13091-64E9-4F78-8066-BE3410AF21F1}" type="presOf" srcId="{47886943-80E7-4BD3-ADF1-7A30CD3D3B0A}" destId="{20CC775F-41AD-4CD9-A18B-E350A2651A87}" srcOrd="0" destOrd="0" presId="urn:microsoft.com/office/officeart/2018/2/layout/IconLabelDescriptionList"/>
    <dgm:cxn modelId="{D5517199-4080-467F-9C94-DE7B32D8A918}" type="presOf" srcId="{F54CBC78-3240-42A4-96E5-2CA6CC25FC4C}" destId="{FE017B44-80D5-491B-BEE5-DB7C8114CE16}" srcOrd="0" destOrd="0" presId="urn:microsoft.com/office/officeart/2018/2/layout/IconLabelDescriptionList"/>
    <dgm:cxn modelId="{8926DAAB-65EA-4F2A-89D8-9E03DDC67A48}" type="presOf" srcId="{BEDEE7C9-C0A4-4234-9087-BB54D7CC5935}" destId="{3EFD0C89-F1CA-4FBD-8C81-BEBC1B5E6E70}" srcOrd="0" destOrd="2" presId="urn:microsoft.com/office/officeart/2018/2/layout/IconLabelDescriptionList"/>
    <dgm:cxn modelId="{822419AC-EB6D-4B93-9C11-8BF9B023A54B}" type="presOf" srcId="{BF748AFB-37A8-4681-BDAE-D3DC443790F8}" destId="{6936DF24-8132-4C1D-9DD7-BCE870FF1E87}" srcOrd="0" destOrd="0" presId="urn:microsoft.com/office/officeart/2018/2/layout/IconLabelDescriptionList"/>
    <dgm:cxn modelId="{56207AB4-84A6-4B48-807B-975E87C27B2F}" type="presOf" srcId="{BDF08292-F129-43D6-804D-15B006FCB204}" destId="{D7EF7D41-08D3-412D-A425-6C50199B4837}" srcOrd="0" destOrd="0" presId="urn:microsoft.com/office/officeart/2018/2/layout/IconLabelDescriptionList"/>
    <dgm:cxn modelId="{2DE732C9-3269-433F-B36E-219B90D30B99}" type="presOf" srcId="{F63AD5A5-5F91-48B2-B2A2-924871C139B0}" destId="{3EFD0C89-F1CA-4FBD-8C81-BEBC1B5E6E70}" srcOrd="0" destOrd="0" presId="urn:microsoft.com/office/officeart/2018/2/layout/IconLabelDescriptionList"/>
    <dgm:cxn modelId="{A8FCF0DE-7842-45C2-9495-1A5EABEBFE20}" srcId="{BDF08292-F129-43D6-804D-15B006FCB204}" destId="{47886943-80E7-4BD3-ADF1-7A30CD3D3B0A}" srcOrd="0" destOrd="0" parTransId="{A4627B6D-174E-43E3-B2D5-C5839D1956A6}" sibTransId="{DA9188CD-41CF-4D1B-BAEE-F8C23648B265}"/>
    <dgm:cxn modelId="{536B07E5-9A81-4159-A1D2-D55B0FD124B4}" srcId="{BDF08292-F129-43D6-804D-15B006FCB204}" destId="{F54CBC78-3240-42A4-96E5-2CA6CC25FC4C}" srcOrd="1" destOrd="0" parTransId="{12E515F9-6CD6-45B5-A574-A5294295CA07}" sibTransId="{4DBAD5FE-5590-4731-8429-72CE19137A93}"/>
    <dgm:cxn modelId="{784589F3-039D-4448-9619-0ECE980EE60B}" srcId="{47886943-80E7-4BD3-ADF1-7A30CD3D3B0A}" destId="{810B8840-2894-41F1-A3A3-40111A8904FB}" srcOrd="1" destOrd="0" parTransId="{0B750D09-1F61-471E-BC69-BE283283A609}" sibTransId="{1D02621A-1C81-49E7-B2AA-9D098460F62C}"/>
    <dgm:cxn modelId="{B03013F5-6580-4FB5-B09C-EA6E33E54628}" type="presOf" srcId="{810B8840-2894-41F1-A3A3-40111A8904FB}" destId="{6936DF24-8132-4C1D-9DD7-BCE870FF1E87}" srcOrd="0" destOrd="1" presId="urn:microsoft.com/office/officeart/2018/2/layout/IconLabelDescriptionList"/>
    <dgm:cxn modelId="{619D07A0-F885-4F55-9D97-BC9F11FC1D3F}" type="presParOf" srcId="{D7EF7D41-08D3-412D-A425-6C50199B4837}" destId="{9D138C2B-2688-4B22-AD13-836B7EF39F3A}" srcOrd="0" destOrd="0" presId="urn:microsoft.com/office/officeart/2018/2/layout/IconLabelDescriptionList"/>
    <dgm:cxn modelId="{55590624-32D1-4770-8250-202A093B2F47}" type="presParOf" srcId="{9D138C2B-2688-4B22-AD13-836B7EF39F3A}" destId="{D9E29297-6A20-4107-AC88-CE59615212E3}" srcOrd="0" destOrd="0" presId="urn:microsoft.com/office/officeart/2018/2/layout/IconLabelDescriptionList"/>
    <dgm:cxn modelId="{8C5D96F2-F702-46C6-AB90-6A99DE3BA5C0}" type="presParOf" srcId="{9D138C2B-2688-4B22-AD13-836B7EF39F3A}" destId="{B552CC7F-24CF-4A0B-83EC-19CFCA7FD437}" srcOrd="1" destOrd="0" presId="urn:microsoft.com/office/officeart/2018/2/layout/IconLabelDescriptionList"/>
    <dgm:cxn modelId="{3AD81E0B-B756-4334-8A68-9653E1DB66A5}" type="presParOf" srcId="{9D138C2B-2688-4B22-AD13-836B7EF39F3A}" destId="{20CC775F-41AD-4CD9-A18B-E350A2651A87}" srcOrd="2" destOrd="0" presId="urn:microsoft.com/office/officeart/2018/2/layout/IconLabelDescriptionList"/>
    <dgm:cxn modelId="{2500EC34-16C4-4940-B292-C624EF73B1C8}" type="presParOf" srcId="{9D138C2B-2688-4B22-AD13-836B7EF39F3A}" destId="{46507EF0-4B8B-43F1-B26D-22CAB153BACE}" srcOrd="3" destOrd="0" presId="urn:microsoft.com/office/officeart/2018/2/layout/IconLabelDescriptionList"/>
    <dgm:cxn modelId="{DF0C0AB2-2B95-442B-AE7D-622419961B16}" type="presParOf" srcId="{9D138C2B-2688-4B22-AD13-836B7EF39F3A}" destId="{6936DF24-8132-4C1D-9DD7-BCE870FF1E87}" srcOrd="4" destOrd="0" presId="urn:microsoft.com/office/officeart/2018/2/layout/IconLabelDescriptionList"/>
    <dgm:cxn modelId="{2F1E1C00-A8F9-4D8B-AEAB-908D5AFFCCFF}" type="presParOf" srcId="{D7EF7D41-08D3-412D-A425-6C50199B4837}" destId="{2964CADE-B1A8-4699-BEA8-7933C6BC67A9}" srcOrd="1" destOrd="0" presId="urn:microsoft.com/office/officeart/2018/2/layout/IconLabelDescriptionList"/>
    <dgm:cxn modelId="{0DF3E547-E72D-49E9-9222-42A9EA3EE87A}" type="presParOf" srcId="{D7EF7D41-08D3-412D-A425-6C50199B4837}" destId="{CF4FB6D7-4CB6-4BE9-BAFF-8B632FB6EF9D}" srcOrd="2" destOrd="0" presId="urn:microsoft.com/office/officeart/2018/2/layout/IconLabelDescriptionList"/>
    <dgm:cxn modelId="{32032E66-E83A-4FC2-BD1D-6A65CE0E12D7}" type="presParOf" srcId="{CF4FB6D7-4CB6-4BE9-BAFF-8B632FB6EF9D}" destId="{D8EB6E23-5558-402F-A983-15F3030771B9}" srcOrd="0" destOrd="0" presId="urn:microsoft.com/office/officeart/2018/2/layout/IconLabelDescriptionList"/>
    <dgm:cxn modelId="{96A67D4A-5A3D-4DD5-A6FE-FCB25094CB6D}" type="presParOf" srcId="{CF4FB6D7-4CB6-4BE9-BAFF-8B632FB6EF9D}" destId="{112AE1D6-8088-4695-BF25-911C3BC83B64}" srcOrd="1" destOrd="0" presId="urn:microsoft.com/office/officeart/2018/2/layout/IconLabelDescriptionList"/>
    <dgm:cxn modelId="{40261DA2-B1EC-4961-97EE-F93157070DD8}" type="presParOf" srcId="{CF4FB6D7-4CB6-4BE9-BAFF-8B632FB6EF9D}" destId="{FE017B44-80D5-491B-BEE5-DB7C8114CE16}" srcOrd="2" destOrd="0" presId="urn:microsoft.com/office/officeart/2018/2/layout/IconLabelDescriptionList"/>
    <dgm:cxn modelId="{26377A78-B08E-49B0-9992-8BD0D6DBB261}" type="presParOf" srcId="{CF4FB6D7-4CB6-4BE9-BAFF-8B632FB6EF9D}" destId="{9D5C13B0-B847-4326-8DD0-46852CE3EC34}" srcOrd="3" destOrd="0" presId="urn:microsoft.com/office/officeart/2018/2/layout/IconLabelDescriptionList"/>
    <dgm:cxn modelId="{4719E202-010B-431D-89D5-C788799A0799}" type="presParOf" srcId="{CF4FB6D7-4CB6-4BE9-BAFF-8B632FB6EF9D}" destId="{3EFD0C89-F1CA-4FBD-8C81-BEBC1B5E6E7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493485-15B1-4C38-8809-BE45429D5D7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EE4980-45FE-4EB5-AC15-3B4BA67D4CAC}">
      <dgm:prSet/>
      <dgm:spPr/>
      <dgm:t>
        <a:bodyPr/>
        <a:lstStyle/>
        <a:p>
          <a:r>
            <a:rPr lang="en-US" b="1"/>
            <a:t>For Students:</a:t>
          </a:r>
        </a:p>
      </dgm:t>
    </dgm:pt>
    <dgm:pt modelId="{F524AAAB-CEC4-483C-A033-2A8F9C49EAFD}" type="parTrans" cxnId="{E029CB7E-C514-4EDA-8ED0-79C5F109C1EC}">
      <dgm:prSet/>
      <dgm:spPr/>
      <dgm:t>
        <a:bodyPr/>
        <a:lstStyle/>
        <a:p>
          <a:endParaRPr lang="en-US"/>
        </a:p>
      </dgm:t>
    </dgm:pt>
    <dgm:pt modelId="{5C8F5520-78D3-47FE-82F3-1D74F264961E}" type="sibTrans" cxnId="{E029CB7E-C514-4EDA-8ED0-79C5F109C1EC}">
      <dgm:prSet/>
      <dgm:spPr/>
      <dgm:t>
        <a:bodyPr/>
        <a:lstStyle/>
        <a:p>
          <a:endParaRPr lang="en-US"/>
        </a:p>
      </dgm:t>
    </dgm:pt>
    <dgm:pt modelId="{E7C09449-F0C7-4932-9A49-4D1A2CB42C22}">
      <dgm:prSet/>
      <dgm:spPr/>
      <dgm:t>
        <a:bodyPr/>
        <a:lstStyle/>
        <a:p>
          <a:r>
            <a:rPr lang="en-US"/>
            <a:t>Registration &amp; Login</a:t>
          </a:r>
        </a:p>
      </dgm:t>
    </dgm:pt>
    <dgm:pt modelId="{05E40E06-C69E-4C95-943A-8A323296D882}" type="parTrans" cxnId="{475DE4F7-A1C0-484D-B552-99415C5F3538}">
      <dgm:prSet/>
      <dgm:spPr/>
      <dgm:t>
        <a:bodyPr/>
        <a:lstStyle/>
        <a:p>
          <a:endParaRPr lang="en-US"/>
        </a:p>
      </dgm:t>
    </dgm:pt>
    <dgm:pt modelId="{6C88A995-BB45-46CC-AB7D-27450ED43CC9}" type="sibTrans" cxnId="{475DE4F7-A1C0-484D-B552-99415C5F3538}">
      <dgm:prSet/>
      <dgm:spPr/>
      <dgm:t>
        <a:bodyPr/>
        <a:lstStyle/>
        <a:p>
          <a:endParaRPr lang="en-US"/>
        </a:p>
      </dgm:t>
    </dgm:pt>
    <dgm:pt modelId="{9C6B9A98-DEA8-461E-8413-92B5D785BB31}">
      <dgm:prSet/>
      <dgm:spPr/>
      <dgm:t>
        <a:bodyPr/>
        <a:lstStyle/>
        <a:p>
          <a:r>
            <a:rPr lang="en-US"/>
            <a:t>Profile Management</a:t>
          </a:r>
        </a:p>
      </dgm:t>
    </dgm:pt>
    <dgm:pt modelId="{265CDCF2-ADE7-434F-A904-204A50AF9C95}" type="parTrans" cxnId="{0A511884-C95B-46C6-AA34-03E04392BB19}">
      <dgm:prSet/>
      <dgm:spPr/>
      <dgm:t>
        <a:bodyPr/>
        <a:lstStyle/>
        <a:p>
          <a:endParaRPr lang="en-US"/>
        </a:p>
      </dgm:t>
    </dgm:pt>
    <dgm:pt modelId="{36CED8D6-A2E4-4E54-A7BF-2961E93A39B0}" type="sibTrans" cxnId="{0A511884-C95B-46C6-AA34-03E04392BB19}">
      <dgm:prSet/>
      <dgm:spPr/>
      <dgm:t>
        <a:bodyPr/>
        <a:lstStyle/>
        <a:p>
          <a:endParaRPr lang="en-US"/>
        </a:p>
      </dgm:t>
    </dgm:pt>
    <dgm:pt modelId="{92BBA74B-2804-45DD-BC1A-3B229829265E}">
      <dgm:prSet/>
      <dgm:spPr/>
      <dgm:t>
        <a:bodyPr/>
        <a:lstStyle/>
        <a:p>
          <a:r>
            <a:rPr lang="en-US"/>
            <a:t>Online Seat Application</a:t>
          </a:r>
        </a:p>
      </dgm:t>
    </dgm:pt>
    <dgm:pt modelId="{BDB973EB-ED14-4B0A-B671-09353B55CB6A}" type="parTrans" cxnId="{921C12F1-84AF-4B06-B504-EEAC4BA5D53E}">
      <dgm:prSet/>
      <dgm:spPr/>
      <dgm:t>
        <a:bodyPr/>
        <a:lstStyle/>
        <a:p>
          <a:endParaRPr lang="en-US"/>
        </a:p>
      </dgm:t>
    </dgm:pt>
    <dgm:pt modelId="{E0D5FCEB-D0E0-4A42-834F-90E9B1C8F8F7}" type="sibTrans" cxnId="{921C12F1-84AF-4B06-B504-EEAC4BA5D53E}">
      <dgm:prSet/>
      <dgm:spPr/>
      <dgm:t>
        <a:bodyPr/>
        <a:lstStyle/>
        <a:p>
          <a:endParaRPr lang="en-US"/>
        </a:p>
      </dgm:t>
    </dgm:pt>
    <dgm:pt modelId="{BF1FA89D-66BD-433C-A9F0-98C1C7734427}">
      <dgm:prSet/>
      <dgm:spPr/>
      <dgm:t>
        <a:bodyPr/>
        <a:lstStyle/>
        <a:p>
          <a:r>
            <a:rPr lang="en-US"/>
            <a:t>Fee Payment</a:t>
          </a:r>
        </a:p>
      </dgm:t>
    </dgm:pt>
    <dgm:pt modelId="{90AC8CC0-4C66-497E-BFA0-ED621C98F23F}" type="parTrans" cxnId="{8CB17158-45BF-4D96-A2A4-E61C8B9F28B0}">
      <dgm:prSet/>
      <dgm:spPr/>
      <dgm:t>
        <a:bodyPr/>
        <a:lstStyle/>
        <a:p>
          <a:endParaRPr lang="en-US"/>
        </a:p>
      </dgm:t>
    </dgm:pt>
    <dgm:pt modelId="{8AA62C5C-07D3-4ACC-8412-87971675304E}" type="sibTrans" cxnId="{8CB17158-45BF-4D96-A2A4-E61C8B9F28B0}">
      <dgm:prSet/>
      <dgm:spPr/>
      <dgm:t>
        <a:bodyPr/>
        <a:lstStyle/>
        <a:p>
          <a:endParaRPr lang="en-US"/>
        </a:p>
      </dgm:t>
    </dgm:pt>
    <dgm:pt modelId="{4D75F954-AE10-480F-A327-16AE8428964B}">
      <dgm:prSet/>
      <dgm:spPr/>
      <dgm:t>
        <a:bodyPr/>
        <a:lstStyle/>
        <a:p>
          <a:r>
            <a:rPr lang="en-US"/>
            <a:t>Application Status Tracking</a:t>
          </a:r>
        </a:p>
      </dgm:t>
    </dgm:pt>
    <dgm:pt modelId="{AE13C39D-4963-4498-A386-F54D6C0E0DAA}" type="parTrans" cxnId="{36DF5C62-383B-42C4-97E6-919D5641714C}">
      <dgm:prSet/>
      <dgm:spPr/>
      <dgm:t>
        <a:bodyPr/>
        <a:lstStyle/>
        <a:p>
          <a:endParaRPr lang="en-US"/>
        </a:p>
      </dgm:t>
    </dgm:pt>
    <dgm:pt modelId="{32C7135C-9476-423F-9F64-DC4E8953F306}" type="sibTrans" cxnId="{36DF5C62-383B-42C4-97E6-919D5641714C}">
      <dgm:prSet/>
      <dgm:spPr/>
      <dgm:t>
        <a:bodyPr/>
        <a:lstStyle/>
        <a:p>
          <a:endParaRPr lang="en-US"/>
        </a:p>
      </dgm:t>
    </dgm:pt>
    <dgm:pt modelId="{438420F9-51C8-43A6-88C9-7D6580EC6D03}">
      <dgm:prSet/>
      <dgm:spPr/>
      <dgm:t>
        <a:bodyPr/>
        <a:lstStyle/>
        <a:p>
          <a:r>
            <a:rPr lang="en-US" b="1"/>
            <a:t>For Admins:</a:t>
          </a:r>
        </a:p>
      </dgm:t>
    </dgm:pt>
    <dgm:pt modelId="{6780590F-AB91-47AA-9166-A754263B619D}" type="parTrans" cxnId="{A15F95F7-08EC-488C-B543-E1456569DE84}">
      <dgm:prSet/>
      <dgm:spPr/>
      <dgm:t>
        <a:bodyPr/>
        <a:lstStyle/>
        <a:p>
          <a:endParaRPr lang="en-US"/>
        </a:p>
      </dgm:t>
    </dgm:pt>
    <dgm:pt modelId="{A07917EA-2134-4A9A-85F0-EAB203E38042}" type="sibTrans" cxnId="{A15F95F7-08EC-488C-B543-E1456569DE84}">
      <dgm:prSet/>
      <dgm:spPr/>
      <dgm:t>
        <a:bodyPr/>
        <a:lstStyle/>
        <a:p>
          <a:endParaRPr lang="en-US"/>
        </a:p>
      </dgm:t>
    </dgm:pt>
    <dgm:pt modelId="{40671A8C-7695-40A8-916A-2D76430A621C}">
      <dgm:prSet/>
      <dgm:spPr/>
      <dgm:t>
        <a:bodyPr/>
        <a:lstStyle/>
        <a:p>
          <a:r>
            <a:rPr lang="en-US"/>
            <a:t>Student Information Management</a:t>
          </a:r>
        </a:p>
      </dgm:t>
    </dgm:pt>
    <dgm:pt modelId="{FD49A609-171F-47B8-8B5D-193B1960E54B}" type="parTrans" cxnId="{8A4E3C87-79F5-4F3E-A263-457973A66F02}">
      <dgm:prSet/>
      <dgm:spPr/>
      <dgm:t>
        <a:bodyPr/>
        <a:lstStyle/>
        <a:p>
          <a:endParaRPr lang="en-US"/>
        </a:p>
      </dgm:t>
    </dgm:pt>
    <dgm:pt modelId="{A45B91A2-0A52-43F9-8797-B73BA84E37B7}" type="sibTrans" cxnId="{8A4E3C87-79F5-4F3E-A263-457973A66F02}">
      <dgm:prSet/>
      <dgm:spPr/>
      <dgm:t>
        <a:bodyPr/>
        <a:lstStyle/>
        <a:p>
          <a:endParaRPr lang="en-US"/>
        </a:p>
      </dgm:t>
    </dgm:pt>
    <dgm:pt modelId="{1EC6CCD4-6DBD-47F1-8069-C4FC6F72DC2E}">
      <dgm:prSet/>
      <dgm:spPr/>
      <dgm:t>
        <a:bodyPr/>
        <a:lstStyle/>
        <a:p>
          <a:r>
            <a:rPr lang="en-US"/>
            <a:t>Room Allocation Management</a:t>
          </a:r>
        </a:p>
      </dgm:t>
    </dgm:pt>
    <dgm:pt modelId="{8F6D39DF-D0EA-46FA-8CC2-507D1637B4FC}" type="parTrans" cxnId="{270A0C30-A52D-4B15-8499-A1C4ECAA4D47}">
      <dgm:prSet/>
      <dgm:spPr/>
      <dgm:t>
        <a:bodyPr/>
        <a:lstStyle/>
        <a:p>
          <a:endParaRPr lang="en-US"/>
        </a:p>
      </dgm:t>
    </dgm:pt>
    <dgm:pt modelId="{F29D3D29-EE8B-4ED1-A4EB-E6D5DA6366B7}" type="sibTrans" cxnId="{270A0C30-A52D-4B15-8499-A1C4ECAA4D47}">
      <dgm:prSet/>
      <dgm:spPr/>
      <dgm:t>
        <a:bodyPr/>
        <a:lstStyle/>
        <a:p>
          <a:endParaRPr lang="en-US"/>
        </a:p>
      </dgm:t>
    </dgm:pt>
    <dgm:pt modelId="{6B4D40C7-F28C-49CA-8DE4-4AA71CFA1C92}">
      <dgm:prSet/>
      <dgm:spPr/>
      <dgm:t>
        <a:bodyPr/>
        <a:lstStyle/>
        <a:p>
          <a:r>
            <a:rPr lang="en-US"/>
            <a:t>CRUD Operations (Create, Read, Update, Delete)</a:t>
          </a:r>
        </a:p>
      </dgm:t>
    </dgm:pt>
    <dgm:pt modelId="{39BD15E7-CDFD-4628-9061-750A1336F126}" type="parTrans" cxnId="{1B32FB66-A0F2-4659-840D-5A07C8082A82}">
      <dgm:prSet/>
      <dgm:spPr/>
      <dgm:t>
        <a:bodyPr/>
        <a:lstStyle/>
        <a:p>
          <a:endParaRPr lang="en-US"/>
        </a:p>
      </dgm:t>
    </dgm:pt>
    <dgm:pt modelId="{BA79288A-8DC2-43C0-AAD9-FB0BC8D7284B}" type="sibTrans" cxnId="{1B32FB66-A0F2-4659-840D-5A07C8082A82}">
      <dgm:prSet/>
      <dgm:spPr/>
      <dgm:t>
        <a:bodyPr/>
        <a:lstStyle/>
        <a:p>
          <a:endParaRPr lang="en-US"/>
        </a:p>
      </dgm:t>
    </dgm:pt>
    <dgm:pt modelId="{4E847955-4C81-4F18-B0C7-F071D0704A5D}">
      <dgm:prSet/>
      <dgm:spPr/>
      <dgm:t>
        <a:bodyPr/>
        <a:lstStyle/>
        <a:p>
          <a:r>
            <a:rPr lang="en-US"/>
            <a:t>Notices and Updates Distribution</a:t>
          </a:r>
        </a:p>
      </dgm:t>
    </dgm:pt>
    <dgm:pt modelId="{4360E621-8C58-4F46-98C1-F8CF2F2F8C68}" type="parTrans" cxnId="{3037C6B7-700A-4FA9-9957-C8B70C909E4D}">
      <dgm:prSet/>
      <dgm:spPr/>
      <dgm:t>
        <a:bodyPr/>
        <a:lstStyle/>
        <a:p>
          <a:endParaRPr lang="en-US"/>
        </a:p>
      </dgm:t>
    </dgm:pt>
    <dgm:pt modelId="{34D49D2C-B1E8-4D93-AAE8-550E72E2104C}" type="sibTrans" cxnId="{3037C6B7-700A-4FA9-9957-C8B70C909E4D}">
      <dgm:prSet/>
      <dgm:spPr/>
      <dgm:t>
        <a:bodyPr/>
        <a:lstStyle/>
        <a:p>
          <a:endParaRPr lang="en-US"/>
        </a:p>
      </dgm:t>
    </dgm:pt>
    <dgm:pt modelId="{8C6F1EAA-93F5-4A26-BE4A-A59C0F1E1730}" type="pres">
      <dgm:prSet presAssocID="{EF493485-15B1-4C38-8809-BE45429D5D71}" presName="Name0" presStyleCnt="0">
        <dgm:presLayoutVars>
          <dgm:dir/>
          <dgm:animLvl val="lvl"/>
          <dgm:resizeHandles val="exact"/>
        </dgm:presLayoutVars>
      </dgm:prSet>
      <dgm:spPr/>
    </dgm:pt>
    <dgm:pt modelId="{D44FC19F-8F82-4662-B43A-AB00F9EE1CD2}" type="pres">
      <dgm:prSet presAssocID="{07EE4980-45FE-4EB5-AC15-3B4BA67D4CAC}" presName="composite" presStyleCnt="0"/>
      <dgm:spPr/>
    </dgm:pt>
    <dgm:pt modelId="{4CD2A654-22FE-42A3-9EDA-208660B214BD}" type="pres">
      <dgm:prSet presAssocID="{07EE4980-45FE-4EB5-AC15-3B4BA67D4CA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0935458-B01E-4633-ACFB-417A5AB95860}" type="pres">
      <dgm:prSet presAssocID="{07EE4980-45FE-4EB5-AC15-3B4BA67D4CAC}" presName="desTx" presStyleLbl="alignAccFollowNode1" presStyleIdx="0" presStyleCnt="2">
        <dgm:presLayoutVars>
          <dgm:bulletEnabled val="1"/>
        </dgm:presLayoutVars>
      </dgm:prSet>
      <dgm:spPr/>
    </dgm:pt>
    <dgm:pt modelId="{5E16BBDB-2B3A-4CB0-AFE0-DA19CBE0CB6B}" type="pres">
      <dgm:prSet presAssocID="{5C8F5520-78D3-47FE-82F3-1D74F264961E}" presName="space" presStyleCnt="0"/>
      <dgm:spPr/>
    </dgm:pt>
    <dgm:pt modelId="{FC651719-0CB2-4957-85B2-401FF6F02522}" type="pres">
      <dgm:prSet presAssocID="{438420F9-51C8-43A6-88C9-7D6580EC6D03}" presName="composite" presStyleCnt="0"/>
      <dgm:spPr/>
    </dgm:pt>
    <dgm:pt modelId="{90C2CA8C-46FE-4031-8C5B-55F147753072}" type="pres">
      <dgm:prSet presAssocID="{438420F9-51C8-43A6-88C9-7D6580EC6D0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EA83D52-2C5F-4541-9202-1D471E6D8B7B}" type="pres">
      <dgm:prSet presAssocID="{438420F9-51C8-43A6-88C9-7D6580EC6D0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AE3D524-BE7C-46F2-84EE-E1B275B6D016}" type="presOf" srcId="{1EC6CCD4-6DBD-47F1-8069-C4FC6F72DC2E}" destId="{AEA83D52-2C5F-4541-9202-1D471E6D8B7B}" srcOrd="0" destOrd="1" presId="urn:microsoft.com/office/officeart/2005/8/layout/hList1"/>
    <dgm:cxn modelId="{270A0C30-A52D-4B15-8499-A1C4ECAA4D47}" srcId="{438420F9-51C8-43A6-88C9-7D6580EC6D03}" destId="{1EC6CCD4-6DBD-47F1-8069-C4FC6F72DC2E}" srcOrd="1" destOrd="0" parTransId="{8F6D39DF-D0EA-46FA-8CC2-507D1637B4FC}" sibTransId="{F29D3D29-EE8B-4ED1-A4EB-E6D5DA6366B7}"/>
    <dgm:cxn modelId="{FAE29B30-6BAB-4515-9D5F-B5C7E0DDFC74}" type="presOf" srcId="{4D75F954-AE10-480F-A327-16AE8428964B}" destId="{E0935458-B01E-4633-ACFB-417A5AB95860}" srcOrd="0" destOrd="4" presId="urn:microsoft.com/office/officeart/2005/8/layout/hList1"/>
    <dgm:cxn modelId="{31DA005F-6BB2-4D69-8E2C-923AD5D7C432}" type="presOf" srcId="{92BBA74B-2804-45DD-BC1A-3B229829265E}" destId="{E0935458-B01E-4633-ACFB-417A5AB95860}" srcOrd="0" destOrd="2" presId="urn:microsoft.com/office/officeart/2005/8/layout/hList1"/>
    <dgm:cxn modelId="{36DF5C62-383B-42C4-97E6-919D5641714C}" srcId="{07EE4980-45FE-4EB5-AC15-3B4BA67D4CAC}" destId="{4D75F954-AE10-480F-A327-16AE8428964B}" srcOrd="4" destOrd="0" parTransId="{AE13C39D-4963-4498-A386-F54D6C0E0DAA}" sibTransId="{32C7135C-9476-423F-9F64-DC4E8953F306}"/>
    <dgm:cxn modelId="{1B32FB66-A0F2-4659-840D-5A07C8082A82}" srcId="{438420F9-51C8-43A6-88C9-7D6580EC6D03}" destId="{6B4D40C7-F28C-49CA-8DE4-4AA71CFA1C92}" srcOrd="2" destOrd="0" parTransId="{39BD15E7-CDFD-4628-9061-750A1336F126}" sibTransId="{BA79288A-8DC2-43C0-AAD9-FB0BC8D7284B}"/>
    <dgm:cxn modelId="{BC734350-62E2-40C7-94D2-898194A30A43}" type="presOf" srcId="{BF1FA89D-66BD-433C-A9F0-98C1C7734427}" destId="{E0935458-B01E-4633-ACFB-417A5AB95860}" srcOrd="0" destOrd="3" presId="urn:microsoft.com/office/officeart/2005/8/layout/hList1"/>
    <dgm:cxn modelId="{8A7BBF50-879F-46B8-9345-7D85D60CB60B}" type="presOf" srcId="{07EE4980-45FE-4EB5-AC15-3B4BA67D4CAC}" destId="{4CD2A654-22FE-42A3-9EDA-208660B214BD}" srcOrd="0" destOrd="0" presId="urn:microsoft.com/office/officeart/2005/8/layout/hList1"/>
    <dgm:cxn modelId="{8CB17158-45BF-4D96-A2A4-E61C8B9F28B0}" srcId="{07EE4980-45FE-4EB5-AC15-3B4BA67D4CAC}" destId="{BF1FA89D-66BD-433C-A9F0-98C1C7734427}" srcOrd="3" destOrd="0" parTransId="{90AC8CC0-4C66-497E-BFA0-ED621C98F23F}" sibTransId="{8AA62C5C-07D3-4ACC-8412-87971675304E}"/>
    <dgm:cxn modelId="{F7310B7B-A4DE-4CD3-9992-4868CD2E72FE}" type="presOf" srcId="{E7C09449-F0C7-4932-9A49-4D1A2CB42C22}" destId="{E0935458-B01E-4633-ACFB-417A5AB95860}" srcOrd="0" destOrd="0" presId="urn:microsoft.com/office/officeart/2005/8/layout/hList1"/>
    <dgm:cxn modelId="{E029CB7E-C514-4EDA-8ED0-79C5F109C1EC}" srcId="{EF493485-15B1-4C38-8809-BE45429D5D71}" destId="{07EE4980-45FE-4EB5-AC15-3B4BA67D4CAC}" srcOrd="0" destOrd="0" parTransId="{F524AAAB-CEC4-483C-A033-2A8F9C49EAFD}" sibTransId="{5C8F5520-78D3-47FE-82F3-1D74F264961E}"/>
    <dgm:cxn modelId="{0A511884-C95B-46C6-AA34-03E04392BB19}" srcId="{07EE4980-45FE-4EB5-AC15-3B4BA67D4CAC}" destId="{9C6B9A98-DEA8-461E-8413-92B5D785BB31}" srcOrd="1" destOrd="0" parTransId="{265CDCF2-ADE7-434F-A904-204A50AF9C95}" sibTransId="{36CED8D6-A2E4-4E54-A7BF-2961E93A39B0}"/>
    <dgm:cxn modelId="{126D1D87-0613-478A-9792-A3758D038024}" type="presOf" srcId="{EF493485-15B1-4C38-8809-BE45429D5D71}" destId="{8C6F1EAA-93F5-4A26-BE4A-A59C0F1E1730}" srcOrd="0" destOrd="0" presId="urn:microsoft.com/office/officeart/2005/8/layout/hList1"/>
    <dgm:cxn modelId="{8A4E3C87-79F5-4F3E-A263-457973A66F02}" srcId="{438420F9-51C8-43A6-88C9-7D6580EC6D03}" destId="{40671A8C-7695-40A8-916A-2D76430A621C}" srcOrd="0" destOrd="0" parTransId="{FD49A609-171F-47B8-8B5D-193B1960E54B}" sibTransId="{A45B91A2-0A52-43F9-8797-B73BA84E37B7}"/>
    <dgm:cxn modelId="{60B4508D-A962-4FA3-B889-78928C2B4DB1}" type="presOf" srcId="{40671A8C-7695-40A8-916A-2D76430A621C}" destId="{AEA83D52-2C5F-4541-9202-1D471E6D8B7B}" srcOrd="0" destOrd="0" presId="urn:microsoft.com/office/officeart/2005/8/layout/hList1"/>
    <dgm:cxn modelId="{3001DF9D-7535-4688-8F76-6BC0D2B37245}" type="presOf" srcId="{6B4D40C7-F28C-49CA-8DE4-4AA71CFA1C92}" destId="{AEA83D52-2C5F-4541-9202-1D471E6D8B7B}" srcOrd="0" destOrd="2" presId="urn:microsoft.com/office/officeart/2005/8/layout/hList1"/>
    <dgm:cxn modelId="{3037C6B7-700A-4FA9-9957-C8B70C909E4D}" srcId="{438420F9-51C8-43A6-88C9-7D6580EC6D03}" destId="{4E847955-4C81-4F18-B0C7-F071D0704A5D}" srcOrd="3" destOrd="0" parTransId="{4360E621-8C58-4F46-98C1-F8CF2F2F8C68}" sibTransId="{34D49D2C-B1E8-4D93-AAE8-550E72E2104C}"/>
    <dgm:cxn modelId="{5AF6C8C5-78C6-48D6-988A-64C37C6F2571}" type="presOf" srcId="{438420F9-51C8-43A6-88C9-7D6580EC6D03}" destId="{90C2CA8C-46FE-4031-8C5B-55F147753072}" srcOrd="0" destOrd="0" presId="urn:microsoft.com/office/officeart/2005/8/layout/hList1"/>
    <dgm:cxn modelId="{18DF9FC9-B11B-4204-B35A-F4FD77BE63B0}" type="presOf" srcId="{4E847955-4C81-4F18-B0C7-F071D0704A5D}" destId="{AEA83D52-2C5F-4541-9202-1D471E6D8B7B}" srcOrd="0" destOrd="3" presId="urn:microsoft.com/office/officeart/2005/8/layout/hList1"/>
    <dgm:cxn modelId="{C75E0AE6-AF23-4D5E-9429-2633E99C51EA}" type="presOf" srcId="{9C6B9A98-DEA8-461E-8413-92B5D785BB31}" destId="{E0935458-B01E-4633-ACFB-417A5AB95860}" srcOrd="0" destOrd="1" presId="urn:microsoft.com/office/officeart/2005/8/layout/hList1"/>
    <dgm:cxn modelId="{921C12F1-84AF-4B06-B504-EEAC4BA5D53E}" srcId="{07EE4980-45FE-4EB5-AC15-3B4BA67D4CAC}" destId="{92BBA74B-2804-45DD-BC1A-3B229829265E}" srcOrd="2" destOrd="0" parTransId="{BDB973EB-ED14-4B0A-B671-09353B55CB6A}" sibTransId="{E0D5FCEB-D0E0-4A42-834F-90E9B1C8F8F7}"/>
    <dgm:cxn modelId="{A15F95F7-08EC-488C-B543-E1456569DE84}" srcId="{EF493485-15B1-4C38-8809-BE45429D5D71}" destId="{438420F9-51C8-43A6-88C9-7D6580EC6D03}" srcOrd="1" destOrd="0" parTransId="{6780590F-AB91-47AA-9166-A754263B619D}" sibTransId="{A07917EA-2134-4A9A-85F0-EAB203E38042}"/>
    <dgm:cxn modelId="{475DE4F7-A1C0-484D-B552-99415C5F3538}" srcId="{07EE4980-45FE-4EB5-AC15-3B4BA67D4CAC}" destId="{E7C09449-F0C7-4932-9A49-4D1A2CB42C22}" srcOrd="0" destOrd="0" parTransId="{05E40E06-C69E-4C95-943A-8A323296D882}" sibTransId="{6C88A995-BB45-46CC-AB7D-27450ED43CC9}"/>
    <dgm:cxn modelId="{E27859AB-A1D9-45C4-91D4-6FB90A9A6866}" type="presParOf" srcId="{8C6F1EAA-93F5-4A26-BE4A-A59C0F1E1730}" destId="{D44FC19F-8F82-4662-B43A-AB00F9EE1CD2}" srcOrd="0" destOrd="0" presId="urn:microsoft.com/office/officeart/2005/8/layout/hList1"/>
    <dgm:cxn modelId="{3D57780D-18AD-42A7-AEFB-8DD5A3A917E3}" type="presParOf" srcId="{D44FC19F-8F82-4662-B43A-AB00F9EE1CD2}" destId="{4CD2A654-22FE-42A3-9EDA-208660B214BD}" srcOrd="0" destOrd="0" presId="urn:microsoft.com/office/officeart/2005/8/layout/hList1"/>
    <dgm:cxn modelId="{DBFE9DB6-3100-4175-B872-802A0A135250}" type="presParOf" srcId="{D44FC19F-8F82-4662-B43A-AB00F9EE1CD2}" destId="{E0935458-B01E-4633-ACFB-417A5AB95860}" srcOrd="1" destOrd="0" presId="urn:microsoft.com/office/officeart/2005/8/layout/hList1"/>
    <dgm:cxn modelId="{C8EE9783-AE63-40E1-8E7C-0CD1BF2795A4}" type="presParOf" srcId="{8C6F1EAA-93F5-4A26-BE4A-A59C0F1E1730}" destId="{5E16BBDB-2B3A-4CB0-AFE0-DA19CBE0CB6B}" srcOrd="1" destOrd="0" presId="urn:microsoft.com/office/officeart/2005/8/layout/hList1"/>
    <dgm:cxn modelId="{B8C1D9AB-7138-4AC1-AB70-D6838663172C}" type="presParOf" srcId="{8C6F1EAA-93F5-4A26-BE4A-A59C0F1E1730}" destId="{FC651719-0CB2-4957-85B2-401FF6F02522}" srcOrd="2" destOrd="0" presId="urn:microsoft.com/office/officeart/2005/8/layout/hList1"/>
    <dgm:cxn modelId="{545F9095-E9BD-4C57-86AA-47618E9097DF}" type="presParOf" srcId="{FC651719-0CB2-4957-85B2-401FF6F02522}" destId="{90C2CA8C-46FE-4031-8C5B-55F147753072}" srcOrd="0" destOrd="0" presId="urn:microsoft.com/office/officeart/2005/8/layout/hList1"/>
    <dgm:cxn modelId="{FECE592B-08EC-4A5B-B4EF-BC2BEE0211E3}" type="presParOf" srcId="{FC651719-0CB2-4957-85B2-401FF6F02522}" destId="{AEA83D52-2C5F-4541-9202-1D471E6D8B7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EB8CC4-D3B4-475B-962E-5EC37ECB26D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C9BC802-0A83-4746-9641-4E7162341F05}">
      <dgm:prSet/>
      <dgm:spPr/>
      <dgm:t>
        <a:bodyPr/>
        <a:lstStyle/>
        <a:p>
          <a:r>
            <a:rPr lang="en-US" b="1"/>
            <a:t>Student Workflow</a:t>
          </a:r>
          <a:r>
            <a:rPr lang="en-US"/>
            <a:t>:</a:t>
          </a:r>
        </a:p>
      </dgm:t>
    </dgm:pt>
    <dgm:pt modelId="{BAFCB561-CE72-4D77-A577-069FBC508E7D}" type="parTrans" cxnId="{7FBCE455-B94F-44C9-8C48-1D5218459AD8}">
      <dgm:prSet/>
      <dgm:spPr/>
      <dgm:t>
        <a:bodyPr/>
        <a:lstStyle/>
        <a:p>
          <a:endParaRPr lang="en-US"/>
        </a:p>
      </dgm:t>
    </dgm:pt>
    <dgm:pt modelId="{E1B3CD43-784B-4A03-8CB7-3A2043C0892C}" type="sibTrans" cxnId="{7FBCE455-B94F-44C9-8C48-1D5218459AD8}">
      <dgm:prSet/>
      <dgm:spPr/>
      <dgm:t>
        <a:bodyPr/>
        <a:lstStyle/>
        <a:p>
          <a:endParaRPr lang="en-US"/>
        </a:p>
      </dgm:t>
    </dgm:pt>
    <dgm:pt modelId="{DDAA8FCE-273A-4BD0-BD6D-C6C6DD719D58}">
      <dgm:prSet/>
      <dgm:spPr/>
      <dgm:t>
        <a:bodyPr/>
        <a:lstStyle/>
        <a:p>
          <a:r>
            <a:rPr lang="en-US" b="1"/>
            <a:t>Registration → Login → Apply for Seat → Pay Fee → Track Status</a:t>
          </a:r>
        </a:p>
      </dgm:t>
    </dgm:pt>
    <dgm:pt modelId="{FE754CAC-4D3F-49FC-8D70-C8B5D41C4241}" type="parTrans" cxnId="{EF7C013A-C98E-480A-AAB6-6D069EBB5466}">
      <dgm:prSet/>
      <dgm:spPr/>
      <dgm:t>
        <a:bodyPr/>
        <a:lstStyle/>
        <a:p>
          <a:endParaRPr lang="en-US"/>
        </a:p>
      </dgm:t>
    </dgm:pt>
    <dgm:pt modelId="{23CBD09C-A599-4B8C-B1A4-EF83C84D2AB8}" type="sibTrans" cxnId="{EF7C013A-C98E-480A-AAB6-6D069EBB5466}">
      <dgm:prSet/>
      <dgm:spPr/>
      <dgm:t>
        <a:bodyPr/>
        <a:lstStyle/>
        <a:p>
          <a:endParaRPr lang="en-US"/>
        </a:p>
      </dgm:t>
    </dgm:pt>
    <dgm:pt modelId="{AC686B3E-8C16-4F75-B4AF-43647A171C34}">
      <dgm:prSet/>
      <dgm:spPr/>
      <dgm:t>
        <a:bodyPr/>
        <a:lstStyle/>
        <a:p>
          <a:r>
            <a:rPr lang="en-US" b="1"/>
            <a:t>Admin Workflow</a:t>
          </a:r>
          <a:r>
            <a:rPr lang="en-US"/>
            <a:t>:</a:t>
          </a:r>
        </a:p>
      </dgm:t>
    </dgm:pt>
    <dgm:pt modelId="{5EF1C18E-73EF-4CF9-A3C3-FDDB5ABCA610}" type="parTrans" cxnId="{3D771F47-63EA-4D6E-893E-507E5EE76C75}">
      <dgm:prSet/>
      <dgm:spPr/>
      <dgm:t>
        <a:bodyPr/>
        <a:lstStyle/>
        <a:p>
          <a:endParaRPr lang="en-US"/>
        </a:p>
      </dgm:t>
    </dgm:pt>
    <dgm:pt modelId="{6BDFF701-C5C8-4760-A2A1-BDB2F1D82E4A}" type="sibTrans" cxnId="{3D771F47-63EA-4D6E-893E-507E5EE76C75}">
      <dgm:prSet/>
      <dgm:spPr/>
      <dgm:t>
        <a:bodyPr/>
        <a:lstStyle/>
        <a:p>
          <a:endParaRPr lang="en-US"/>
        </a:p>
      </dgm:t>
    </dgm:pt>
    <dgm:pt modelId="{377992E8-B2A3-45CC-8096-108585B2922B}">
      <dgm:prSet/>
      <dgm:spPr/>
      <dgm:t>
        <a:bodyPr/>
        <a:lstStyle/>
        <a:p>
          <a:r>
            <a:rPr lang="en-US" b="1"/>
            <a:t>Manage Student Info → Allocate Seats → Send Notifications → Update Records</a:t>
          </a:r>
        </a:p>
      </dgm:t>
    </dgm:pt>
    <dgm:pt modelId="{F0F6C8A9-6ECF-45CC-AEFD-A1176EAF7C37}" type="parTrans" cxnId="{C3D56D37-09FD-4FA2-BB16-FBC2B7D73B64}">
      <dgm:prSet/>
      <dgm:spPr/>
      <dgm:t>
        <a:bodyPr/>
        <a:lstStyle/>
        <a:p>
          <a:endParaRPr lang="en-US"/>
        </a:p>
      </dgm:t>
    </dgm:pt>
    <dgm:pt modelId="{A6C16FA9-5758-48A2-8C3F-B25B2FA2E891}" type="sibTrans" cxnId="{C3D56D37-09FD-4FA2-BB16-FBC2B7D73B64}">
      <dgm:prSet/>
      <dgm:spPr/>
      <dgm:t>
        <a:bodyPr/>
        <a:lstStyle/>
        <a:p>
          <a:endParaRPr lang="en-US"/>
        </a:p>
      </dgm:t>
    </dgm:pt>
    <dgm:pt modelId="{6B1D6C33-5A96-4425-8176-790AE1448FFE}" type="pres">
      <dgm:prSet presAssocID="{8FEB8CC4-D3B4-475B-962E-5EC37ECB26D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4638E9-D404-454E-A6EC-7B7C94DC078C}" type="pres">
      <dgm:prSet presAssocID="{AC9BC802-0A83-4746-9641-4E7162341F05}" presName="root" presStyleCnt="0"/>
      <dgm:spPr/>
    </dgm:pt>
    <dgm:pt modelId="{C67BC37A-FD2B-4F98-9DD1-608C0CF276C0}" type="pres">
      <dgm:prSet presAssocID="{AC9BC802-0A83-4746-9641-4E7162341F05}" presName="rootComposite" presStyleCnt="0"/>
      <dgm:spPr/>
    </dgm:pt>
    <dgm:pt modelId="{E64B09EB-43AD-4F86-AFED-38CD7A9F03BF}" type="pres">
      <dgm:prSet presAssocID="{AC9BC802-0A83-4746-9641-4E7162341F05}" presName="rootText" presStyleLbl="node1" presStyleIdx="0" presStyleCnt="2"/>
      <dgm:spPr/>
    </dgm:pt>
    <dgm:pt modelId="{561C8B53-A7B0-4472-A23E-84199DAFB5D0}" type="pres">
      <dgm:prSet presAssocID="{AC9BC802-0A83-4746-9641-4E7162341F05}" presName="rootConnector" presStyleLbl="node1" presStyleIdx="0" presStyleCnt="2"/>
      <dgm:spPr/>
    </dgm:pt>
    <dgm:pt modelId="{04D0B808-44D1-437D-A4DE-2B8E18B43CC1}" type="pres">
      <dgm:prSet presAssocID="{AC9BC802-0A83-4746-9641-4E7162341F05}" presName="childShape" presStyleCnt="0"/>
      <dgm:spPr/>
    </dgm:pt>
    <dgm:pt modelId="{EA640D43-E392-4CEB-A800-F4EABB7ADAAA}" type="pres">
      <dgm:prSet presAssocID="{FE754CAC-4D3F-49FC-8D70-C8B5D41C4241}" presName="Name13" presStyleLbl="parChTrans1D2" presStyleIdx="0" presStyleCnt="2"/>
      <dgm:spPr/>
    </dgm:pt>
    <dgm:pt modelId="{9F1F8BCF-652C-4930-9CFC-64F5FDCECDA3}" type="pres">
      <dgm:prSet presAssocID="{DDAA8FCE-273A-4BD0-BD6D-C6C6DD719D58}" presName="childText" presStyleLbl="bgAcc1" presStyleIdx="0" presStyleCnt="2">
        <dgm:presLayoutVars>
          <dgm:bulletEnabled val="1"/>
        </dgm:presLayoutVars>
      </dgm:prSet>
      <dgm:spPr/>
    </dgm:pt>
    <dgm:pt modelId="{AB9141C8-D194-4C23-A251-EEC80350DBEC}" type="pres">
      <dgm:prSet presAssocID="{AC686B3E-8C16-4F75-B4AF-43647A171C34}" presName="root" presStyleCnt="0"/>
      <dgm:spPr/>
    </dgm:pt>
    <dgm:pt modelId="{57AE94F7-FEE3-482C-A125-0A016F62CDF7}" type="pres">
      <dgm:prSet presAssocID="{AC686B3E-8C16-4F75-B4AF-43647A171C34}" presName="rootComposite" presStyleCnt="0"/>
      <dgm:spPr/>
    </dgm:pt>
    <dgm:pt modelId="{B06495CF-F712-4687-AB47-005A6F57460B}" type="pres">
      <dgm:prSet presAssocID="{AC686B3E-8C16-4F75-B4AF-43647A171C34}" presName="rootText" presStyleLbl="node1" presStyleIdx="1" presStyleCnt="2"/>
      <dgm:spPr/>
    </dgm:pt>
    <dgm:pt modelId="{4E36D4F3-50D7-4188-8994-9CBA79FD1613}" type="pres">
      <dgm:prSet presAssocID="{AC686B3E-8C16-4F75-B4AF-43647A171C34}" presName="rootConnector" presStyleLbl="node1" presStyleIdx="1" presStyleCnt="2"/>
      <dgm:spPr/>
    </dgm:pt>
    <dgm:pt modelId="{865AE8CB-66BE-4CB9-AADC-863B61BB035B}" type="pres">
      <dgm:prSet presAssocID="{AC686B3E-8C16-4F75-B4AF-43647A171C34}" presName="childShape" presStyleCnt="0"/>
      <dgm:spPr/>
    </dgm:pt>
    <dgm:pt modelId="{59230B1D-4440-49F5-BE27-5FBBBA4D370A}" type="pres">
      <dgm:prSet presAssocID="{F0F6C8A9-6ECF-45CC-AEFD-A1176EAF7C37}" presName="Name13" presStyleLbl="parChTrans1D2" presStyleIdx="1" presStyleCnt="2"/>
      <dgm:spPr/>
    </dgm:pt>
    <dgm:pt modelId="{3AF9F2EA-1A22-41D0-B581-A661A7C8B615}" type="pres">
      <dgm:prSet presAssocID="{377992E8-B2A3-45CC-8096-108585B2922B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49A96223-EB5D-44E6-8DBC-8ACBACAE7930}" type="presOf" srcId="{AC9BC802-0A83-4746-9641-4E7162341F05}" destId="{561C8B53-A7B0-4472-A23E-84199DAFB5D0}" srcOrd="1" destOrd="0" presId="urn:microsoft.com/office/officeart/2005/8/layout/hierarchy3"/>
    <dgm:cxn modelId="{727AA727-2492-45CF-B111-71FD5ED11E52}" type="presOf" srcId="{8FEB8CC4-D3B4-475B-962E-5EC37ECB26D9}" destId="{6B1D6C33-5A96-4425-8176-790AE1448FFE}" srcOrd="0" destOrd="0" presId="urn:microsoft.com/office/officeart/2005/8/layout/hierarchy3"/>
    <dgm:cxn modelId="{C3D56D37-09FD-4FA2-BB16-FBC2B7D73B64}" srcId="{AC686B3E-8C16-4F75-B4AF-43647A171C34}" destId="{377992E8-B2A3-45CC-8096-108585B2922B}" srcOrd="0" destOrd="0" parTransId="{F0F6C8A9-6ECF-45CC-AEFD-A1176EAF7C37}" sibTransId="{A6C16FA9-5758-48A2-8C3F-B25B2FA2E891}"/>
    <dgm:cxn modelId="{EF7C013A-C98E-480A-AAB6-6D069EBB5466}" srcId="{AC9BC802-0A83-4746-9641-4E7162341F05}" destId="{DDAA8FCE-273A-4BD0-BD6D-C6C6DD719D58}" srcOrd="0" destOrd="0" parTransId="{FE754CAC-4D3F-49FC-8D70-C8B5D41C4241}" sibTransId="{23CBD09C-A599-4B8C-B1A4-EF83C84D2AB8}"/>
    <dgm:cxn modelId="{3D771F47-63EA-4D6E-893E-507E5EE76C75}" srcId="{8FEB8CC4-D3B4-475B-962E-5EC37ECB26D9}" destId="{AC686B3E-8C16-4F75-B4AF-43647A171C34}" srcOrd="1" destOrd="0" parTransId="{5EF1C18E-73EF-4CF9-A3C3-FDDB5ABCA610}" sibTransId="{6BDFF701-C5C8-4760-A2A1-BDB2F1D82E4A}"/>
    <dgm:cxn modelId="{999FD46F-75B2-4CAF-A5F5-2FF0DBCB11BE}" type="presOf" srcId="{DDAA8FCE-273A-4BD0-BD6D-C6C6DD719D58}" destId="{9F1F8BCF-652C-4930-9CFC-64F5FDCECDA3}" srcOrd="0" destOrd="0" presId="urn:microsoft.com/office/officeart/2005/8/layout/hierarchy3"/>
    <dgm:cxn modelId="{A69AE852-FE5F-45A0-A9DE-925129A2450E}" type="presOf" srcId="{FE754CAC-4D3F-49FC-8D70-C8B5D41C4241}" destId="{EA640D43-E392-4CEB-A800-F4EABB7ADAAA}" srcOrd="0" destOrd="0" presId="urn:microsoft.com/office/officeart/2005/8/layout/hierarchy3"/>
    <dgm:cxn modelId="{D0C30C75-D786-4BE2-ABFC-32071E57C0B0}" type="presOf" srcId="{F0F6C8A9-6ECF-45CC-AEFD-A1176EAF7C37}" destId="{59230B1D-4440-49F5-BE27-5FBBBA4D370A}" srcOrd="0" destOrd="0" presId="urn:microsoft.com/office/officeart/2005/8/layout/hierarchy3"/>
    <dgm:cxn modelId="{7FBCE455-B94F-44C9-8C48-1D5218459AD8}" srcId="{8FEB8CC4-D3B4-475B-962E-5EC37ECB26D9}" destId="{AC9BC802-0A83-4746-9641-4E7162341F05}" srcOrd="0" destOrd="0" parTransId="{BAFCB561-CE72-4D77-A577-069FBC508E7D}" sibTransId="{E1B3CD43-784B-4A03-8CB7-3A2043C0892C}"/>
    <dgm:cxn modelId="{ECDEF479-653F-4AE7-937E-3F72461269DC}" type="presOf" srcId="{AC9BC802-0A83-4746-9641-4E7162341F05}" destId="{E64B09EB-43AD-4F86-AFED-38CD7A9F03BF}" srcOrd="0" destOrd="0" presId="urn:microsoft.com/office/officeart/2005/8/layout/hierarchy3"/>
    <dgm:cxn modelId="{A26AAB7C-EEF6-4405-B8DE-6B11542B42BF}" type="presOf" srcId="{AC686B3E-8C16-4F75-B4AF-43647A171C34}" destId="{B06495CF-F712-4687-AB47-005A6F57460B}" srcOrd="0" destOrd="0" presId="urn:microsoft.com/office/officeart/2005/8/layout/hierarchy3"/>
    <dgm:cxn modelId="{99AE48A1-8887-4BB1-B571-2C5FCD5D4BD7}" type="presOf" srcId="{377992E8-B2A3-45CC-8096-108585B2922B}" destId="{3AF9F2EA-1A22-41D0-B581-A661A7C8B615}" srcOrd="0" destOrd="0" presId="urn:microsoft.com/office/officeart/2005/8/layout/hierarchy3"/>
    <dgm:cxn modelId="{A68836E4-B93E-4C53-BACB-E22258DEEAB0}" type="presOf" srcId="{AC686B3E-8C16-4F75-B4AF-43647A171C34}" destId="{4E36D4F3-50D7-4188-8994-9CBA79FD1613}" srcOrd="1" destOrd="0" presId="urn:microsoft.com/office/officeart/2005/8/layout/hierarchy3"/>
    <dgm:cxn modelId="{3177B826-938B-4C9C-A371-69E20E085E8E}" type="presParOf" srcId="{6B1D6C33-5A96-4425-8176-790AE1448FFE}" destId="{844638E9-D404-454E-A6EC-7B7C94DC078C}" srcOrd="0" destOrd="0" presId="urn:microsoft.com/office/officeart/2005/8/layout/hierarchy3"/>
    <dgm:cxn modelId="{16CD66D6-4091-49F0-82EA-C511A6376038}" type="presParOf" srcId="{844638E9-D404-454E-A6EC-7B7C94DC078C}" destId="{C67BC37A-FD2B-4F98-9DD1-608C0CF276C0}" srcOrd="0" destOrd="0" presId="urn:microsoft.com/office/officeart/2005/8/layout/hierarchy3"/>
    <dgm:cxn modelId="{19FD15C7-C8BA-4215-901C-EC8F5A6C078B}" type="presParOf" srcId="{C67BC37A-FD2B-4F98-9DD1-608C0CF276C0}" destId="{E64B09EB-43AD-4F86-AFED-38CD7A9F03BF}" srcOrd="0" destOrd="0" presId="urn:microsoft.com/office/officeart/2005/8/layout/hierarchy3"/>
    <dgm:cxn modelId="{7219E87D-7C13-4D22-916A-48520F6D866B}" type="presParOf" srcId="{C67BC37A-FD2B-4F98-9DD1-608C0CF276C0}" destId="{561C8B53-A7B0-4472-A23E-84199DAFB5D0}" srcOrd="1" destOrd="0" presId="urn:microsoft.com/office/officeart/2005/8/layout/hierarchy3"/>
    <dgm:cxn modelId="{17A72899-CD6A-41B7-B71D-0542FE97884F}" type="presParOf" srcId="{844638E9-D404-454E-A6EC-7B7C94DC078C}" destId="{04D0B808-44D1-437D-A4DE-2B8E18B43CC1}" srcOrd="1" destOrd="0" presId="urn:microsoft.com/office/officeart/2005/8/layout/hierarchy3"/>
    <dgm:cxn modelId="{F793A6B1-BA3B-4B58-9AA3-0652EE1C7F7C}" type="presParOf" srcId="{04D0B808-44D1-437D-A4DE-2B8E18B43CC1}" destId="{EA640D43-E392-4CEB-A800-F4EABB7ADAAA}" srcOrd="0" destOrd="0" presId="urn:microsoft.com/office/officeart/2005/8/layout/hierarchy3"/>
    <dgm:cxn modelId="{B6D38BE6-DDD6-4544-A949-CFDC8DA2B397}" type="presParOf" srcId="{04D0B808-44D1-437D-A4DE-2B8E18B43CC1}" destId="{9F1F8BCF-652C-4930-9CFC-64F5FDCECDA3}" srcOrd="1" destOrd="0" presId="urn:microsoft.com/office/officeart/2005/8/layout/hierarchy3"/>
    <dgm:cxn modelId="{0DE835AC-47C6-4058-B23B-1F45DD165148}" type="presParOf" srcId="{6B1D6C33-5A96-4425-8176-790AE1448FFE}" destId="{AB9141C8-D194-4C23-A251-EEC80350DBEC}" srcOrd="1" destOrd="0" presId="urn:microsoft.com/office/officeart/2005/8/layout/hierarchy3"/>
    <dgm:cxn modelId="{68FD5B7D-D000-47EC-BCD3-9638E7C256AC}" type="presParOf" srcId="{AB9141C8-D194-4C23-A251-EEC80350DBEC}" destId="{57AE94F7-FEE3-482C-A125-0A016F62CDF7}" srcOrd="0" destOrd="0" presId="urn:microsoft.com/office/officeart/2005/8/layout/hierarchy3"/>
    <dgm:cxn modelId="{ACD78F79-534C-4E88-9CDB-513901FF6B75}" type="presParOf" srcId="{57AE94F7-FEE3-482C-A125-0A016F62CDF7}" destId="{B06495CF-F712-4687-AB47-005A6F57460B}" srcOrd="0" destOrd="0" presId="urn:microsoft.com/office/officeart/2005/8/layout/hierarchy3"/>
    <dgm:cxn modelId="{A7F6E860-1A9C-4D04-B400-94A3435CFF23}" type="presParOf" srcId="{57AE94F7-FEE3-482C-A125-0A016F62CDF7}" destId="{4E36D4F3-50D7-4188-8994-9CBA79FD1613}" srcOrd="1" destOrd="0" presId="urn:microsoft.com/office/officeart/2005/8/layout/hierarchy3"/>
    <dgm:cxn modelId="{F8612868-7E0D-42AB-B4AB-122C26795A19}" type="presParOf" srcId="{AB9141C8-D194-4C23-A251-EEC80350DBEC}" destId="{865AE8CB-66BE-4CB9-AADC-863B61BB035B}" srcOrd="1" destOrd="0" presId="urn:microsoft.com/office/officeart/2005/8/layout/hierarchy3"/>
    <dgm:cxn modelId="{DA860333-6C61-4BEE-A4D6-AE7C4AE77F58}" type="presParOf" srcId="{865AE8CB-66BE-4CB9-AADC-863B61BB035B}" destId="{59230B1D-4440-49F5-BE27-5FBBBA4D370A}" srcOrd="0" destOrd="0" presId="urn:microsoft.com/office/officeart/2005/8/layout/hierarchy3"/>
    <dgm:cxn modelId="{F58700D8-BB1C-4951-A68A-40754EC0B3EE}" type="presParOf" srcId="{865AE8CB-66BE-4CB9-AADC-863B61BB035B}" destId="{3AF9F2EA-1A22-41D0-B581-A661A7C8B61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F447A2-6D97-4B3D-919F-F726FC7828E0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2BE4687-A46C-4377-B29C-A5D67BCD4FF4}">
      <dgm:prSet/>
      <dgm:spPr/>
      <dgm:t>
        <a:bodyPr/>
        <a:lstStyle/>
        <a:p>
          <a:r>
            <a:rPr lang="en-US" b="1">
              <a:latin typeface="Bell MT"/>
            </a:rPr>
            <a:t>Platform Requirements</a:t>
          </a:r>
          <a:r>
            <a:rPr lang="en-US">
              <a:latin typeface="Bell MT"/>
            </a:rPr>
            <a:t>:</a:t>
          </a:r>
        </a:p>
      </dgm:t>
    </dgm:pt>
    <dgm:pt modelId="{30C4CD76-F0E7-4ACA-B069-6B7D37F817F4}" type="parTrans" cxnId="{72B1F6B9-B46D-4E7D-87FC-73F21AAB49D7}">
      <dgm:prSet/>
      <dgm:spPr/>
      <dgm:t>
        <a:bodyPr/>
        <a:lstStyle/>
        <a:p>
          <a:endParaRPr lang="en-US"/>
        </a:p>
      </dgm:t>
    </dgm:pt>
    <dgm:pt modelId="{4B586F17-42EF-40BE-9C64-47F0D281C5A7}" type="sibTrans" cxnId="{72B1F6B9-B46D-4E7D-87FC-73F21AAB49D7}">
      <dgm:prSet/>
      <dgm:spPr/>
      <dgm:t>
        <a:bodyPr/>
        <a:lstStyle/>
        <a:p>
          <a:endParaRPr lang="en-US"/>
        </a:p>
      </dgm:t>
    </dgm:pt>
    <dgm:pt modelId="{3D29678A-B522-449C-B6F5-276F3C287C6F}">
      <dgm:prSet/>
      <dgm:spPr/>
      <dgm:t>
        <a:bodyPr/>
        <a:lstStyle/>
        <a:p>
          <a:r>
            <a:rPr lang="en-US">
              <a:latin typeface="Bell MT"/>
            </a:rPr>
            <a:t>Web and Mobile Accessibility</a:t>
          </a:r>
        </a:p>
      </dgm:t>
    </dgm:pt>
    <dgm:pt modelId="{157593CB-5CB5-4382-B98C-C7310500050B}" type="parTrans" cxnId="{5EEB5857-8C1F-46CA-B628-7778DFC4DFA9}">
      <dgm:prSet/>
      <dgm:spPr/>
      <dgm:t>
        <a:bodyPr/>
        <a:lstStyle/>
        <a:p>
          <a:endParaRPr lang="en-US"/>
        </a:p>
      </dgm:t>
    </dgm:pt>
    <dgm:pt modelId="{0F7968DF-D8EE-4E95-A7B5-3370DC457AE8}" type="sibTrans" cxnId="{5EEB5857-8C1F-46CA-B628-7778DFC4DFA9}">
      <dgm:prSet/>
      <dgm:spPr/>
      <dgm:t>
        <a:bodyPr/>
        <a:lstStyle/>
        <a:p>
          <a:endParaRPr lang="en-US"/>
        </a:p>
      </dgm:t>
    </dgm:pt>
    <dgm:pt modelId="{47627087-0EF7-47AC-8F35-AB8887B7AC04}">
      <dgm:prSet/>
      <dgm:spPr/>
      <dgm:t>
        <a:bodyPr/>
        <a:lstStyle/>
        <a:p>
          <a:pPr rtl="0"/>
          <a:r>
            <a:rPr lang="en-US">
              <a:latin typeface="Bell MT"/>
            </a:rPr>
            <a:t>Compatible with Linux Windows, Android, and iOS</a:t>
          </a:r>
        </a:p>
      </dgm:t>
    </dgm:pt>
    <dgm:pt modelId="{E6CA8F43-3971-4B1B-87FD-C80D712CBB76}" type="parTrans" cxnId="{BC9184EC-35D2-4AA3-8C45-0418DE36E7C0}">
      <dgm:prSet/>
      <dgm:spPr/>
      <dgm:t>
        <a:bodyPr/>
        <a:lstStyle/>
        <a:p>
          <a:endParaRPr lang="en-US"/>
        </a:p>
      </dgm:t>
    </dgm:pt>
    <dgm:pt modelId="{0CD29530-469D-4119-A693-207BCC6E4E98}" type="sibTrans" cxnId="{BC9184EC-35D2-4AA3-8C45-0418DE36E7C0}">
      <dgm:prSet/>
      <dgm:spPr/>
      <dgm:t>
        <a:bodyPr/>
        <a:lstStyle/>
        <a:p>
          <a:endParaRPr lang="en-US"/>
        </a:p>
      </dgm:t>
    </dgm:pt>
    <dgm:pt modelId="{6A52A5C3-F0EE-407F-BB10-753D73F3C404}">
      <dgm:prSet/>
      <dgm:spPr/>
      <dgm:t>
        <a:bodyPr/>
        <a:lstStyle/>
        <a:p>
          <a:r>
            <a:rPr lang="en-US" b="1">
              <a:latin typeface="Bell MT"/>
            </a:rPr>
            <a:t>Technical Stack</a:t>
          </a:r>
          <a:r>
            <a:rPr lang="en-US">
              <a:latin typeface="Bell MT"/>
            </a:rPr>
            <a:t>:</a:t>
          </a:r>
        </a:p>
      </dgm:t>
    </dgm:pt>
    <dgm:pt modelId="{B513D0B6-0D51-4322-B397-A88D74A8AB16}" type="parTrans" cxnId="{A8CAE32D-2BCB-4201-A4A3-97972F151340}">
      <dgm:prSet/>
      <dgm:spPr/>
      <dgm:t>
        <a:bodyPr/>
        <a:lstStyle/>
        <a:p>
          <a:endParaRPr lang="en-US"/>
        </a:p>
      </dgm:t>
    </dgm:pt>
    <dgm:pt modelId="{3DBB293F-6D2A-4C77-809D-303771B046F3}" type="sibTrans" cxnId="{A8CAE32D-2BCB-4201-A4A3-97972F151340}">
      <dgm:prSet/>
      <dgm:spPr/>
      <dgm:t>
        <a:bodyPr/>
        <a:lstStyle/>
        <a:p>
          <a:endParaRPr lang="en-US"/>
        </a:p>
      </dgm:t>
    </dgm:pt>
    <dgm:pt modelId="{2CB17CF0-BAE2-447F-A7FA-BA4F697DE3E7}">
      <dgm:prSet/>
      <dgm:spPr/>
      <dgm:t>
        <a:bodyPr/>
        <a:lstStyle/>
        <a:p>
          <a:r>
            <a:rPr lang="en-US" b="1">
              <a:latin typeface="Bell MT"/>
            </a:rPr>
            <a:t>Frontend</a:t>
          </a:r>
          <a:r>
            <a:rPr lang="en-US">
              <a:latin typeface="Bell MT"/>
            </a:rPr>
            <a:t>: Flutter for student app, ReactJS for admin web app</a:t>
          </a:r>
        </a:p>
      </dgm:t>
    </dgm:pt>
    <dgm:pt modelId="{2548705F-60F4-4F5E-A070-81A8A88C968A}" type="parTrans" cxnId="{B7622263-FF4F-4938-AFED-21D74E7B3615}">
      <dgm:prSet/>
      <dgm:spPr/>
      <dgm:t>
        <a:bodyPr/>
        <a:lstStyle/>
        <a:p>
          <a:endParaRPr lang="en-US"/>
        </a:p>
      </dgm:t>
    </dgm:pt>
    <dgm:pt modelId="{34CC88F5-21F4-496D-8EE4-6D48A2DA1271}" type="sibTrans" cxnId="{B7622263-FF4F-4938-AFED-21D74E7B3615}">
      <dgm:prSet/>
      <dgm:spPr/>
      <dgm:t>
        <a:bodyPr/>
        <a:lstStyle/>
        <a:p>
          <a:endParaRPr lang="en-US"/>
        </a:p>
      </dgm:t>
    </dgm:pt>
    <dgm:pt modelId="{CCE00CA3-96E9-40A2-94AC-698CB6C1CADB}">
      <dgm:prSet/>
      <dgm:spPr/>
      <dgm:t>
        <a:bodyPr/>
        <a:lstStyle/>
        <a:p>
          <a:r>
            <a:rPr lang="en-US" b="1">
              <a:latin typeface="Bell MT"/>
            </a:rPr>
            <a:t>Backend</a:t>
          </a:r>
          <a:r>
            <a:rPr lang="en-US">
              <a:latin typeface="Bell MT"/>
            </a:rPr>
            <a:t>: MongoDB(real-time database), Nodejs</a:t>
          </a:r>
        </a:p>
      </dgm:t>
    </dgm:pt>
    <dgm:pt modelId="{D727DAB5-0BC0-4F75-8F9C-6722AADC6D38}" type="parTrans" cxnId="{1CC7FEB3-F29E-4AC9-89E7-C367A26F55BA}">
      <dgm:prSet/>
      <dgm:spPr/>
      <dgm:t>
        <a:bodyPr/>
        <a:lstStyle/>
        <a:p>
          <a:endParaRPr lang="en-US"/>
        </a:p>
      </dgm:t>
    </dgm:pt>
    <dgm:pt modelId="{C7A6FB98-4D14-4624-9D84-207B9FE18CBF}" type="sibTrans" cxnId="{1CC7FEB3-F29E-4AC9-89E7-C367A26F55BA}">
      <dgm:prSet/>
      <dgm:spPr/>
      <dgm:t>
        <a:bodyPr/>
        <a:lstStyle/>
        <a:p>
          <a:endParaRPr lang="en-US"/>
        </a:p>
      </dgm:t>
    </dgm:pt>
    <dgm:pt modelId="{31C9569A-042B-4F8C-A5BB-6A1AEF84BC5E}">
      <dgm:prSet/>
      <dgm:spPr/>
      <dgm:t>
        <a:bodyPr/>
        <a:lstStyle/>
        <a:p>
          <a:r>
            <a:rPr lang="en-US" b="1">
              <a:latin typeface="Bell MT"/>
            </a:rPr>
            <a:t>Hardware Requirements</a:t>
          </a:r>
          <a:r>
            <a:rPr lang="en-US">
              <a:latin typeface="Bell MT"/>
            </a:rPr>
            <a:t>:</a:t>
          </a:r>
        </a:p>
      </dgm:t>
    </dgm:pt>
    <dgm:pt modelId="{27BA5C28-1AE2-48AE-92B4-0689A24A97D2}" type="parTrans" cxnId="{6931E0F6-C27E-42EC-86FB-8BAB7FF7F1CE}">
      <dgm:prSet/>
      <dgm:spPr/>
      <dgm:t>
        <a:bodyPr/>
        <a:lstStyle/>
        <a:p>
          <a:endParaRPr lang="en-US"/>
        </a:p>
      </dgm:t>
    </dgm:pt>
    <dgm:pt modelId="{8BE5E3EF-7140-4C35-8A36-29B5C85A84A2}" type="sibTrans" cxnId="{6931E0F6-C27E-42EC-86FB-8BAB7FF7F1CE}">
      <dgm:prSet/>
      <dgm:spPr/>
      <dgm:t>
        <a:bodyPr/>
        <a:lstStyle/>
        <a:p>
          <a:endParaRPr lang="en-US"/>
        </a:p>
      </dgm:t>
    </dgm:pt>
    <dgm:pt modelId="{1DB96869-4636-4F21-9053-96A2B65FF6D8}">
      <dgm:prSet/>
      <dgm:spPr/>
      <dgm:t>
        <a:bodyPr/>
        <a:lstStyle/>
        <a:p>
          <a:r>
            <a:rPr lang="en-US">
              <a:latin typeface="Bell MT"/>
            </a:rPr>
            <a:t>Standard laptops/desktops, hosting server</a:t>
          </a:r>
        </a:p>
      </dgm:t>
    </dgm:pt>
    <dgm:pt modelId="{EDF5C218-6292-4040-BF93-B5DB8CF8E791}" type="parTrans" cxnId="{4AC02371-A3C0-4C99-98F5-08CAB6C0E003}">
      <dgm:prSet/>
      <dgm:spPr/>
      <dgm:t>
        <a:bodyPr/>
        <a:lstStyle/>
        <a:p>
          <a:endParaRPr lang="en-US"/>
        </a:p>
      </dgm:t>
    </dgm:pt>
    <dgm:pt modelId="{E9CCA376-A3D3-482C-8550-F99085C2FF17}" type="sibTrans" cxnId="{4AC02371-A3C0-4C99-98F5-08CAB6C0E003}">
      <dgm:prSet/>
      <dgm:spPr/>
      <dgm:t>
        <a:bodyPr/>
        <a:lstStyle/>
        <a:p>
          <a:endParaRPr lang="en-US"/>
        </a:p>
      </dgm:t>
    </dgm:pt>
    <dgm:pt modelId="{AB0EB3C5-D595-4004-85D3-959C471499D8}">
      <dgm:prSet/>
      <dgm:spPr/>
      <dgm:t>
        <a:bodyPr/>
        <a:lstStyle/>
        <a:p>
          <a:pPr rtl="0"/>
          <a:r>
            <a:rPr lang="en-US" b="1">
              <a:latin typeface="Bell MT"/>
            </a:rPr>
            <a:t>Payment Gateway</a:t>
          </a:r>
          <a:r>
            <a:rPr lang="en-US">
              <a:latin typeface="Bell MT"/>
            </a:rPr>
            <a:t>: SSL COMMERZ</a:t>
          </a:r>
        </a:p>
      </dgm:t>
    </dgm:pt>
    <dgm:pt modelId="{D0811932-63BF-4DD4-B976-342573FC389B}" type="parTrans" cxnId="{740FCA32-D7C2-45C0-8DDD-864453EE00D1}">
      <dgm:prSet/>
      <dgm:spPr/>
      <dgm:t>
        <a:bodyPr/>
        <a:lstStyle/>
        <a:p>
          <a:endParaRPr lang="en-US"/>
        </a:p>
      </dgm:t>
    </dgm:pt>
    <dgm:pt modelId="{C695CF96-49D6-4858-A1A7-66238601BFCA}" type="sibTrans" cxnId="{740FCA32-D7C2-45C0-8DDD-864453EE00D1}">
      <dgm:prSet/>
      <dgm:spPr/>
      <dgm:t>
        <a:bodyPr/>
        <a:lstStyle/>
        <a:p>
          <a:endParaRPr lang="en-US"/>
        </a:p>
      </dgm:t>
    </dgm:pt>
    <dgm:pt modelId="{052F8E1C-6C1E-4D79-ACBB-CA7C37C744CC}" type="pres">
      <dgm:prSet presAssocID="{67F447A2-6D97-4B3D-919F-F726FC7828E0}" presName="Name0" presStyleCnt="0">
        <dgm:presLayoutVars>
          <dgm:dir/>
          <dgm:animLvl val="lvl"/>
          <dgm:resizeHandles val="exact"/>
        </dgm:presLayoutVars>
      </dgm:prSet>
      <dgm:spPr/>
    </dgm:pt>
    <dgm:pt modelId="{F592DE8B-5F81-444C-B8D5-B240B0FFD5DB}" type="pres">
      <dgm:prSet presAssocID="{A2BE4687-A46C-4377-B29C-A5D67BCD4FF4}" presName="composite" presStyleCnt="0"/>
      <dgm:spPr/>
    </dgm:pt>
    <dgm:pt modelId="{4F049FEE-3239-45C3-BCE3-DD4A9562A2F4}" type="pres">
      <dgm:prSet presAssocID="{A2BE4687-A46C-4377-B29C-A5D67BCD4FF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2661B5E-B217-42D0-8B2D-67D8E0D0AEF7}" type="pres">
      <dgm:prSet presAssocID="{A2BE4687-A46C-4377-B29C-A5D67BCD4FF4}" presName="desTx" presStyleLbl="alignAccFollowNode1" presStyleIdx="0" presStyleCnt="3">
        <dgm:presLayoutVars>
          <dgm:bulletEnabled val="1"/>
        </dgm:presLayoutVars>
      </dgm:prSet>
      <dgm:spPr/>
    </dgm:pt>
    <dgm:pt modelId="{D239C922-7AFD-4308-BE92-E60736CB783D}" type="pres">
      <dgm:prSet presAssocID="{4B586F17-42EF-40BE-9C64-47F0D281C5A7}" presName="space" presStyleCnt="0"/>
      <dgm:spPr/>
    </dgm:pt>
    <dgm:pt modelId="{1DCE7253-E358-49A1-A475-ED5BA66EAE94}" type="pres">
      <dgm:prSet presAssocID="{6A52A5C3-F0EE-407F-BB10-753D73F3C404}" presName="composite" presStyleCnt="0"/>
      <dgm:spPr/>
    </dgm:pt>
    <dgm:pt modelId="{65B0324A-7275-4146-B612-FCAAC0844636}" type="pres">
      <dgm:prSet presAssocID="{6A52A5C3-F0EE-407F-BB10-753D73F3C40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5049E05-3F58-4C7A-B6AF-2BD09ACD31E6}" type="pres">
      <dgm:prSet presAssocID="{6A52A5C3-F0EE-407F-BB10-753D73F3C404}" presName="desTx" presStyleLbl="alignAccFollowNode1" presStyleIdx="1" presStyleCnt="3">
        <dgm:presLayoutVars>
          <dgm:bulletEnabled val="1"/>
        </dgm:presLayoutVars>
      </dgm:prSet>
      <dgm:spPr/>
    </dgm:pt>
    <dgm:pt modelId="{0D332063-D5F8-45C0-8A2B-9BD6B1429028}" type="pres">
      <dgm:prSet presAssocID="{3DBB293F-6D2A-4C77-809D-303771B046F3}" presName="space" presStyleCnt="0"/>
      <dgm:spPr/>
    </dgm:pt>
    <dgm:pt modelId="{37F78E83-F819-448F-B617-3B5A06309AFE}" type="pres">
      <dgm:prSet presAssocID="{31C9569A-042B-4F8C-A5BB-6A1AEF84BC5E}" presName="composite" presStyleCnt="0"/>
      <dgm:spPr/>
    </dgm:pt>
    <dgm:pt modelId="{80CFC5D5-F30F-4C79-BD89-33F1286940D8}" type="pres">
      <dgm:prSet presAssocID="{31C9569A-042B-4F8C-A5BB-6A1AEF84BC5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0589467-4E60-4C59-AA22-90D9ABD5F20A}" type="pres">
      <dgm:prSet presAssocID="{31C9569A-042B-4F8C-A5BB-6A1AEF84BC5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BBBCA0C-9214-4607-BA7D-D2D811192CF9}" type="presOf" srcId="{3D29678A-B522-449C-B6F5-276F3C287C6F}" destId="{A2661B5E-B217-42D0-8B2D-67D8E0D0AEF7}" srcOrd="0" destOrd="0" presId="urn:microsoft.com/office/officeart/2005/8/layout/hList1"/>
    <dgm:cxn modelId="{62706B0F-D320-4A25-9511-75295F4380D9}" type="presOf" srcId="{2CB17CF0-BAE2-447F-A7FA-BA4F697DE3E7}" destId="{B5049E05-3F58-4C7A-B6AF-2BD09ACD31E6}" srcOrd="0" destOrd="0" presId="urn:microsoft.com/office/officeart/2005/8/layout/hList1"/>
    <dgm:cxn modelId="{A8CAE32D-2BCB-4201-A4A3-97972F151340}" srcId="{67F447A2-6D97-4B3D-919F-F726FC7828E0}" destId="{6A52A5C3-F0EE-407F-BB10-753D73F3C404}" srcOrd="1" destOrd="0" parTransId="{B513D0B6-0D51-4322-B397-A88D74A8AB16}" sibTransId="{3DBB293F-6D2A-4C77-809D-303771B046F3}"/>
    <dgm:cxn modelId="{740FCA32-D7C2-45C0-8DDD-864453EE00D1}" srcId="{6A52A5C3-F0EE-407F-BB10-753D73F3C404}" destId="{AB0EB3C5-D595-4004-85D3-959C471499D8}" srcOrd="2" destOrd="0" parTransId="{D0811932-63BF-4DD4-B976-342573FC389B}" sibTransId="{C695CF96-49D6-4858-A1A7-66238601BFCA}"/>
    <dgm:cxn modelId="{82EEF13A-D791-4FC6-A1D7-CC5D052C27E0}" type="presOf" srcId="{67F447A2-6D97-4B3D-919F-F726FC7828E0}" destId="{052F8E1C-6C1E-4D79-ACBB-CA7C37C744CC}" srcOrd="0" destOrd="0" presId="urn:microsoft.com/office/officeart/2005/8/layout/hList1"/>
    <dgm:cxn modelId="{B7622263-FF4F-4938-AFED-21D74E7B3615}" srcId="{6A52A5C3-F0EE-407F-BB10-753D73F3C404}" destId="{2CB17CF0-BAE2-447F-A7FA-BA4F697DE3E7}" srcOrd="0" destOrd="0" parTransId="{2548705F-60F4-4F5E-A070-81A8A88C968A}" sibTransId="{34CC88F5-21F4-496D-8EE4-6D48A2DA1271}"/>
    <dgm:cxn modelId="{9E4CE764-6EF8-4AFE-8E81-4C84E95D55D7}" type="presOf" srcId="{1DB96869-4636-4F21-9053-96A2B65FF6D8}" destId="{D0589467-4E60-4C59-AA22-90D9ABD5F20A}" srcOrd="0" destOrd="0" presId="urn:microsoft.com/office/officeart/2005/8/layout/hList1"/>
    <dgm:cxn modelId="{B3BF1D6A-401E-4F8E-9032-0886D324D699}" type="presOf" srcId="{47627087-0EF7-47AC-8F35-AB8887B7AC04}" destId="{A2661B5E-B217-42D0-8B2D-67D8E0D0AEF7}" srcOrd="0" destOrd="1" presId="urn:microsoft.com/office/officeart/2005/8/layout/hList1"/>
    <dgm:cxn modelId="{4AC02371-A3C0-4C99-98F5-08CAB6C0E003}" srcId="{31C9569A-042B-4F8C-A5BB-6A1AEF84BC5E}" destId="{1DB96869-4636-4F21-9053-96A2B65FF6D8}" srcOrd="0" destOrd="0" parTransId="{EDF5C218-6292-4040-BF93-B5DB8CF8E791}" sibTransId="{E9CCA376-A3D3-482C-8550-F99085C2FF17}"/>
    <dgm:cxn modelId="{F36FAA51-5C07-45D6-B980-0DD7386DB2EE}" type="presOf" srcId="{CCE00CA3-96E9-40A2-94AC-698CB6C1CADB}" destId="{B5049E05-3F58-4C7A-B6AF-2BD09ACD31E6}" srcOrd="0" destOrd="1" presId="urn:microsoft.com/office/officeart/2005/8/layout/hList1"/>
    <dgm:cxn modelId="{5EEB5857-8C1F-46CA-B628-7778DFC4DFA9}" srcId="{A2BE4687-A46C-4377-B29C-A5D67BCD4FF4}" destId="{3D29678A-B522-449C-B6F5-276F3C287C6F}" srcOrd="0" destOrd="0" parTransId="{157593CB-5CB5-4382-B98C-C7310500050B}" sibTransId="{0F7968DF-D8EE-4E95-A7B5-3370DC457AE8}"/>
    <dgm:cxn modelId="{193D4D94-12A2-4D8A-9EB5-8A2BE58C283F}" type="presOf" srcId="{6A52A5C3-F0EE-407F-BB10-753D73F3C404}" destId="{65B0324A-7275-4146-B612-FCAAC0844636}" srcOrd="0" destOrd="0" presId="urn:microsoft.com/office/officeart/2005/8/layout/hList1"/>
    <dgm:cxn modelId="{1CC7FEB3-F29E-4AC9-89E7-C367A26F55BA}" srcId="{6A52A5C3-F0EE-407F-BB10-753D73F3C404}" destId="{CCE00CA3-96E9-40A2-94AC-698CB6C1CADB}" srcOrd="1" destOrd="0" parTransId="{D727DAB5-0BC0-4F75-8F9C-6722AADC6D38}" sibTransId="{C7A6FB98-4D14-4624-9D84-207B9FE18CBF}"/>
    <dgm:cxn modelId="{8070D2B9-E426-4953-BE10-E46462EC6BB1}" type="presOf" srcId="{A2BE4687-A46C-4377-B29C-A5D67BCD4FF4}" destId="{4F049FEE-3239-45C3-BCE3-DD4A9562A2F4}" srcOrd="0" destOrd="0" presId="urn:microsoft.com/office/officeart/2005/8/layout/hList1"/>
    <dgm:cxn modelId="{72B1F6B9-B46D-4E7D-87FC-73F21AAB49D7}" srcId="{67F447A2-6D97-4B3D-919F-F726FC7828E0}" destId="{A2BE4687-A46C-4377-B29C-A5D67BCD4FF4}" srcOrd="0" destOrd="0" parTransId="{30C4CD76-F0E7-4ACA-B069-6B7D37F817F4}" sibTransId="{4B586F17-42EF-40BE-9C64-47F0D281C5A7}"/>
    <dgm:cxn modelId="{A0AA76C6-568B-4AAA-ABC1-40B7CB0BD723}" type="presOf" srcId="{AB0EB3C5-D595-4004-85D3-959C471499D8}" destId="{B5049E05-3F58-4C7A-B6AF-2BD09ACD31E6}" srcOrd="0" destOrd="2" presId="urn:microsoft.com/office/officeart/2005/8/layout/hList1"/>
    <dgm:cxn modelId="{9A22A5E3-88E0-4DD9-9AEB-4B0810E20C49}" type="presOf" srcId="{31C9569A-042B-4F8C-A5BB-6A1AEF84BC5E}" destId="{80CFC5D5-F30F-4C79-BD89-33F1286940D8}" srcOrd="0" destOrd="0" presId="urn:microsoft.com/office/officeart/2005/8/layout/hList1"/>
    <dgm:cxn modelId="{BC9184EC-35D2-4AA3-8C45-0418DE36E7C0}" srcId="{A2BE4687-A46C-4377-B29C-A5D67BCD4FF4}" destId="{47627087-0EF7-47AC-8F35-AB8887B7AC04}" srcOrd="1" destOrd="0" parTransId="{E6CA8F43-3971-4B1B-87FD-C80D712CBB76}" sibTransId="{0CD29530-469D-4119-A693-207BCC6E4E98}"/>
    <dgm:cxn modelId="{6931E0F6-C27E-42EC-86FB-8BAB7FF7F1CE}" srcId="{67F447A2-6D97-4B3D-919F-F726FC7828E0}" destId="{31C9569A-042B-4F8C-A5BB-6A1AEF84BC5E}" srcOrd="2" destOrd="0" parTransId="{27BA5C28-1AE2-48AE-92B4-0689A24A97D2}" sibTransId="{8BE5E3EF-7140-4C35-8A36-29B5C85A84A2}"/>
    <dgm:cxn modelId="{B4634A34-CC09-4B0D-8D99-29802784A5B8}" type="presParOf" srcId="{052F8E1C-6C1E-4D79-ACBB-CA7C37C744CC}" destId="{F592DE8B-5F81-444C-B8D5-B240B0FFD5DB}" srcOrd="0" destOrd="0" presId="urn:microsoft.com/office/officeart/2005/8/layout/hList1"/>
    <dgm:cxn modelId="{61C86D79-C76D-43CB-BE75-3A7105DB5DAE}" type="presParOf" srcId="{F592DE8B-5F81-444C-B8D5-B240B0FFD5DB}" destId="{4F049FEE-3239-45C3-BCE3-DD4A9562A2F4}" srcOrd="0" destOrd="0" presId="urn:microsoft.com/office/officeart/2005/8/layout/hList1"/>
    <dgm:cxn modelId="{D2D613D9-44BF-4490-A133-04DD0B398BE5}" type="presParOf" srcId="{F592DE8B-5F81-444C-B8D5-B240B0FFD5DB}" destId="{A2661B5E-B217-42D0-8B2D-67D8E0D0AEF7}" srcOrd="1" destOrd="0" presId="urn:microsoft.com/office/officeart/2005/8/layout/hList1"/>
    <dgm:cxn modelId="{BD18CEB8-A01E-49B7-ADD1-4B1CC30EE171}" type="presParOf" srcId="{052F8E1C-6C1E-4D79-ACBB-CA7C37C744CC}" destId="{D239C922-7AFD-4308-BE92-E60736CB783D}" srcOrd="1" destOrd="0" presId="urn:microsoft.com/office/officeart/2005/8/layout/hList1"/>
    <dgm:cxn modelId="{24EF88BD-17A4-4611-8494-60679060FF3A}" type="presParOf" srcId="{052F8E1C-6C1E-4D79-ACBB-CA7C37C744CC}" destId="{1DCE7253-E358-49A1-A475-ED5BA66EAE94}" srcOrd="2" destOrd="0" presId="urn:microsoft.com/office/officeart/2005/8/layout/hList1"/>
    <dgm:cxn modelId="{CA482DDC-5BAE-4B31-BBF8-F3FBCD7CB78F}" type="presParOf" srcId="{1DCE7253-E358-49A1-A475-ED5BA66EAE94}" destId="{65B0324A-7275-4146-B612-FCAAC0844636}" srcOrd="0" destOrd="0" presId="urn:microsoft.com/office/officeart/2005/8/layout/hList1"/>
    <dgm:cxn modelId="{895BC540-FD6A-4D91-8FA5-B99B9396637C}" type="presParOf" srcId="{1DCE7253-E358-49A1-A475-ED5BA66EAE94}" destId="{B5049E05-3F58-4C7A-B6AF-2BD09ACD31E6}" srcOrd="1" destOrd="0" presId="urn:microsoft.com/office/officeart/2005/8/layout/hList1"/>
    <dgm:cxn modelId="{AC01C32C-44F9-46CB-8192-ECE9F0C0C4D2}" type="presParOf" srcId="{052F8E1C-6C1E-4D79-ACBB-CA7C37C744CC}" destId="{0D332063-D5F8-45C0-8A2B-9BD6B1429028}" srcOrd="3" destOrd="0" presId="urn:microsoft.com/office/officeart/2005/8/layout/hList1"/>
    <dgm:cxn modelId="{AA3A6A4F-0D2F-4328-889E-2B0BD05B73BD}" type="presParOf" srcId="{052F8E1C-6C1E-4D79-ACBB-CA7C37C744CC}" destId="{37F78E83-F819-448F-B617-3B5A06309AFE}" srcOrd="4" destOrd="0" presId="urn:microsoft.com/office/officeart/2005/8/layout/hList1"/>
    <dgm:cxn modelId="{6DCA02FB-FFBE-4A54-B8DC-A4A9C9552A83}" type="presParOf" srcId="{37F78E83-F819-448F-B617-3B5A06309AFE}" destId="{80CFC5D5-F30F-4C79-BD89-33F1286940D8}" srcOrd="0" destOrd="0" presId="urn:microsoft.com/office/officeart/2005/8/layout/hList1"/>
    <dgm:cxn modelId="{8DE4E811-A751-4273-A64F-7C7E2A35A825}" type="presParOf" srcId="{37F78E83-F819-448F-B617-3B5A06309AFE}" destId="{D0589467-4E60-4C59-AA22-90D9ABD5F20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29297-6A20-4107-AC88-CE59615212E3}">
      <dsp:nvSpPr>
        <dsp:cNvPr id="0" name=""/>
        <dsp:cNvSpPr/>
      </dsp:nvSpPr>
      <dsp:spPr>
        <a:xfrm>
          <a:off x="852693" y="1125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C775F-41AD-4CD9-A18B-E350A2651A87}">
      <dsp:nvSpPr>
        <dsp:cNvPr id="0" name=""/>
        <dsp:cNvSpPr/>
      </dsp:nvSpPr>
      <dsp:spPr>
        <a:xfrm>
          <a:off x="852693" y="177743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Overview</a:t>
          </a:r>
          <a:r>
            <a:rPr lang="en-US" sz="3600" kern="1200"/>
            <a:t>:</a:t>
          </a:r>
        </a:p>
      </dsp:txBody>
      <dsp:txXfrm>
        <a:off x="852693" y="1777433"/>
        <a:ext cx="4320000" cy="648000"/>
      </dsp:txXfrm>
    </dsp:sp>
    <dsp:sp modelId="{6936DF24-8132-4C1D-9DD7-BCE870FF1E87}">
      <dsp:nvSpPr>
        <dsp:cNvPr id="0" name=""/>
        <dsp:cNvSpPr/>
      </dsp:nvSpPr>
      <dsp:spPr>
        <a:xfrm>
          <a:off x="852693" y="2496527"/>
          <a:ext cx="4320000" cy="1170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Streamlines hall seat management with automation.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Reduces manual effort, human errors, and redundancy.</a:t>
          </a:r>
        </a:p>
      </dsp:txBody>
      <dsp:txXfrm>
        <a:off x="852693" y="2496527"/>
        <a:ext cx="4320000" cy="1170726"/>
      </dsp:txXfrm>
    </dsp:sp>
    <dsp:sp modelId="{D8EB6E23-5558-402F-A983-15F3030771B9}">
      <dsp:nvSpPr>
        <dsp:cNvPr id="0" name=""/>
        <dsp:cNvSpPr/>
      </dsp:nvSpPr>
      <dsp:spPr>
        <a:xfrm>
          <a:off x="5928693" y="1125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17B44-80D5-491B-BEE5-DB7C8114CE16}">
      <dsp:nvSpPr>
        <dsp:cNvPr id="0" name=""/>
        <dsp:cNvSpPr/>
      </dsp:nvSpPr>
      <dsp:spPr>
        <a:xfrm>
          <a:off x="5928693" y="177743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Key Features</a:t>
          </a:r>
          <a:r>
            <a:rPr lang="en-US" sz="3600" kern="1200"/>
            <a:t>:</a:t>
          </a:r>
        </a:p>
      </dsp:txBody>
      <dsp:txXfrm>
        <a:off x="5928693" y="1777433"/>
        <a:ext cx="4320000" cy="648000"/>
      </dsp:txXfrm>
    </dsp:sp>
    <dsp:sp modelId="{3EFD0C89-F1CA-4FBD-8C81-BEBC1B5E6E70}">
      <dsp:nvSpPr>
        <dsp:cNvPr id="0" name=""/>
        <dsp:cNvSpPr/>
      </dsp:nvSpPr>
      <dsp:spPr>
        <a:xfrm>
          <a:off x="5928693" y="2496527"/>
          <a:ext cx="4320000" cy="1170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Online registration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Seat allocation and fee management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Transparent and efficient process</a:t>
          </a:r>
        </a:p>
      </dsp:txBody>
      <dsp:txXfrm>
        <a:off x="5928693" y="2496527"/>
        <a:ext cx="4320000" cy="1170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2A654-22FE-42A3-9EDA-208660B214BD}">
      <dsp:nvSpPr>
        <dsp:cNvPr id="0" name=""/>
        <dsp:cNvSpPr/>
      </dsp:nvSpPr>
      <dsp:spPr>
        <a:xfrm>
          <a:off x="56" y="82903"/>
          <a:ext cx="5423031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For Students:</a:t>
          </a:r>
        </a:p>
      </dsp:txBody>
      <dsp:txXfrm>
        <a:off x="56" y="82903"/>
        <a:ext cx="5423031" cy="777600"/>
      </dsp:txXfrm>
    </dsp:sp>
    <dsp:sp modelId="{E0935458-B01E-4633-ACFB-417A5AB95860}">
      <dsp:nvSpPr>
        <dsp:cNvPr id="0" name=""/>
        <dsp:cNvSpPr/>
      </dsp:nvSpPr>
      <dsp:spPr>
        <a:xfrm>
          <a:off x="56" y="860503"/>
          <a:ext cx="5423031" cy="32286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Registration &amp; Login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Profile Management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Online Seat Application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Fee Payment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Application Status Tracking</a:t>
          </a:r>
        </a:p>
      </dsp:txBody>
      <dsp:txXfrm>
        <a:off x="56" y="860503"/>
        <a:ext cx="5423031" cy="3228634"/>
      </dsp:txXfrm>
    </dsp:sp>
    <dsp:sp modelId="{90C2CA8C-46FE-4031-8C5B-55F147753072}">
      <dsp:nvSpPr>
        <dsp:cNvPr id="0" name=""/>
        <dsp:cNvSpPr/>
      </dsp:nvSpPr>
      <dsp:spPr>
        <a:xfrm>
          <a:off x="6182312" y="82903"/>
          <a:ext cx="5423031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For Admins:</a:t>
          </a:r>
        </a:p>
      </dsp:txBody>
      <dsp:txXfrm>
        <a:off x="6182312" y="82903"/>
        <a:ext cx="5423031" cy="777600"/>
      </dsp:txXfrm>
    </dsp:sp>
    <dsp:sp modelId="{AEA83D52-2C5F-4541-9202-1D471E6D8B7B}">
      <dsp:nvSpPr>
        <dsp:cNvPr id="0" name=""/>
        <dsp:cNvSpPr/>
      </dsp:nvSpPr>
      <dsp:spPr>
        <a:xfrm>
          <a:off x="6182312" y="860503"/>
          <a:ext cx="5423031" cy="32286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Student Information Management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Room Allocation Management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CRUD Operations (Create, Read, Update, Delete)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Notices and Updates Distribution</a:t>
          </a:r>
        </a:p>
      </dsp:txBody>
      <dsp:txXfrm>
        <a:off x="6182312" y="860503"/>
        <a:ext cx="5423031" cy="32286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B09EB-43AD-4F86-AFED-38CD7A9F03BF}">
      <dsp:nvSpPr>
        <dsp:cNvPr id="0" name=""/>
        <dsp:cNvSpPr/>
      </dsp:nvSpPr>
      <dsp:spPr>
        <a:xfrm>
          <a:off x="1536164" y="3116"/>
          <a:ext cx="3702942" cy="18514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66040" rIns="9906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/>
            <a:t>Student Workflow</a:t>
          </a:r>
          <a:r>
            <a:rPr lang="en-US" sz="5200" kern="1200"/>
            <a:t>:</a:t>
          </a:r>
        </a:p>
      </dsp:txBody>
      <dsp:txXfrm>
        <a:off x="1590392" y="57344"/>
        <a:ext cx="3594486" cy="1743015"/>
      </dsp:txXfrm>
    </dsp:sp>
    <dsp:sp modelId="{EA640D43-E392-4CEB-A800-F4EABB7ADAAA}">
      <dsp:nvSpPr>
        <dsp:cNvPr id="0" name=""/>
        <dsp:cNvSpPr/>
      </dsp:nvSpPr>
      <dsp:spPr>
        <a:xfrm>
          <a:off x="1906458" y="1854587"/>
          <a:ext cx="370294" cy="13886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8603"/>
              </a:lnTo>
              <a:lnTo>
                <a:pt x="370294" y="138860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1F8BCF-652C-4930-9CFC-64F5FDCECDA3}">
      <dsp:nvSpPr>
        <dsp:cNvPr id="0" name=""/>
        <dsp:cNvSpPr/>
      </dsp:nvSpPr>
      <dsp:spPr>
        <a:xfrm>
          <a:off x="2276752" y="2317454"/>
          <a:ext cx="2962353" cy="18514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Registration → Login → Apply for Seat → Pay Fee → Track Status</a:t>
          </a:r>
        </a:p>
      </dsp:txBody>
      <dsp:txXfrm>
        <a:off x="2330980" y="2371682"/>
        <a:ext cx="2853897" cy="1743015"/>
      </dsp:txXfrm>
    </dsp:sp>
    <dsp:sp modelId="{B06495CF-F712-4687-AB47-005A6F57460B}">
      <dsp:nvSpPr>
        <dsp:cNvPr id="0" name=""/>
        <dsp:cNvSpPr/>
      </dsp:nvSpPr>
      <dsp:spPr>
        <a:xfrm>
          <a:off x="6164841" y="3116"/>
          <a:ext cx="3702942" cy="18514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66040" rIns="9906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/>
            <a:t>Admin Workflow</a:t>
          </a:r>
          <a:r>
            <a:rPr lang="en-US" sz="5200" kern="1200"/>
            <a:t>:</a:t>
          </a:r>
        </a:p>
      </dsp:txBody>
      <dsp:txXfrm>
        <a:off x="6219069" y="57344"/>
        <a:ext cx="3594486" cy="1743015"/>
      </dsp:txXfrm>
    </dsp:sp>
    <dsp:sp modelId="{59230B1D-4440-49F5-BE27-5FBBBA4D370A}">
      <dsp:nvSpPr>
        <dsp:cNvPr id="0" name=""/>
        <dsp:cNvSpPr/>
      </dsp:nvSpPr>
      <dsp:spPr>
        <a:xfrm>
          <a:off x="6535135" y="1854587"/>
          <a:ext cx="370294" cy="13886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8603"/>
              </a:lnTo>
              <a:lnTo>
                <a:pt x="370294" y="138860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F9F2EA-1A22-41D0-B581-A661A7C8B615}">
      <dsp:nvSpPr>
        <dsp:cNvPr id="0" name=""/>
        <dsp:cNvSpPr/>
      </dsp:nvSpPr>
      <dsp:spPr>
        <a:xfrm>
          <a:off x="6905430" y="2317454"/>
          <a:ext cx="2962353" cy="18514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Manage Student Info → Allocate Seats → Send Notifications → Update Records</a:t>
          </a:r>
        </a:p>
      </dsp:txBody>
      <dsp:txXfrm>
        <a:off x="6959658" y="2371682"/>
        <a:ext cx="2853897" cy="17430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49FEE-3239-45C3-BCE3-DD4A9562A2F4}">
      <dsp:nvSpPr>
        <dsp:cNvPr id="0" name=""/>
        <dsp:cNvSpPr/>
      </dsp:nvSpPr>
      <dsp:spPr>
        <a:xfrm>
          <a:off x="3469" y="80314"/>
          <a:ext cx="3382454" cy="7946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Bell MT"/>
            </a:rPr>
            <a:t>Platform Requirements</a:t>
          </a:r>
          <a:r>
            <a:rPr lang="en-US" sz="2400" kern="1200">
              <a:latin typeface="Bell MT"/>
            </a:rPr>
            <a:t>:</a:t>
          </a:r>
        </a:p>
      </dsp:txBody>
      <dsp:txXfrm>
        <a:off x="3469" y="80314"/>
        <a:ext cx="3382454" cy="794603"/>
      </dsp:txXfrm>
    </dsp:sp>
    <dsp:sp modelId="{A2661B5E-B217-42D0-8B2D-67D8E0D0AEF7}">
      <dsp:nvSpPr>
        <dsp:cNvPr id="0" name=""/>
        <dsp:cNvSpPr/>
      </dsp:nvSpPr>
      <dsp:spPr>
        <a:xfrm>
          <a:off x="3469" y="874917"/>
          <a:ext cx="3382454" cy="282460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Bell MT"/>
            </a:rPr>
            <a:t>Web and Mobile Accessibility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Bell MT"/>
            </a:rPr>
            <a:t>Compatible with Linux Windows, Android, and iOS</a:t>
          </a:r>
        </a:p>
      </dsp:txBody>
      <dsp:txXfrm>
        <a:off x="3469" y="874917"/>
        <a:ext cx="3382454" cy="2824605"/>
      </dsp:txXfrm>
    </dsp:sp>
    <dsp:sp modelId="{65B0324A-7275-4146-B612-FCAAC0844636}">
      <dsp:nvSpPr>
        <dsp:cNvPr id="0" name=""/>
        <dsp:cNvSpPr/>
      </dsp:nvSpPr>
      <dsp:spPr>
        <a:xfrm>
          <a:off x="3859466" y="80314"/>
          <a:ext cx="3382454" cy="794603"/>
        </a:xfrm>
        <a:prstGeom prst="rect">
          <a:avLst/>
        </a:prstGeom>
        <a:solidFill>
          <a:schemeClr val="accent5">
            <a:hueOff val="752672"/>
            <a:satOff val="5451"/>
            <a:lumOff val="-489"/>
            <a:alphaOff val="0"/>
          </a:schemeClr>
        </a:solidFill>
        <a:ln w="12700" cap="flat" cmpd="sng" algn="ctr">
          <a:solidFill>
            <a:schemeClr val="accent5">
              <a:hueOff val="752672"/>
              <a:satOff val="5451"/>
              <a:lumOff val="-4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Bell MT"/>
            </a:rPr>
            <a:t>Technical Stack</a:t>
          </a:r>
          <a:r>
            <a:rPr lang="en-US" sz="2400" kern="1200">
              <a:latin typeface="Bell MT"/>
            </a:rPr>
            <a:t>:</a:t>
          </a:r>
        </a:p>
      </dsp:txBody>
      <dsp:txXfrm>
        <a:off x="3859466" y="80314"/>
        <a:ext cx="3382454" cy="794603"/>
      </dsp:txXfrm>
    </dsp:sp>
    <dsp:sp modelId="{B5049E05-3F58-4C7A-B6AF-2BD09ACD31E6}">
      <dsp:nvSpPr>
        <dsp:cNvPr id="0" name=""/>
        <dsp:cNvSpPr/>
      </dsp:nvSpPr>
      <dsp:spPr>
        <a:xfrm>
          <a:off x="3859466" y="874917"/>
          <a:ext cx="3382454" cy="2824605"/>
        </a:xfrm>
        <a:prstGeom prst="rect">
          <a:avLst/>
        </a:prstGeom>
        <a:solidFill>
          <a:schemeClr val="accent5">
            <a:tint val="40000"/>
            <a:alpha val="90000"/>
            <a:hueOff val="716343"/>
            <a:satOff val="2008"/>
            <a:lumOff val="15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716343"/>
              <a:satOff val="2008"/>
              <a:lumOff val="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>
              <a:latin typeface="Bell MT"/>
            </a:rPr>
            <a:t>Frontend</a:t>
          </a:r>
          <a:r>
            <a:rPr lang="en-US" sz="2400" kern="1200">
              <a:latin typeface="Bell MT"/>
            </a:rPr>
            <a:t>: Flutter for student app, ReactJS for admin web app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>
              <a:latin typeface="Bell MT"/>
            </a:rPr>
            <a:t>Backend</a:t>
          </a:r>
          <a:r>
            <a:rPr lang="en-US" sz="2400" kern="1200">
              <a:latin typeface="Bell MT"/>
            </a:rPr>
            <a:t>: MongoDB(real-time database), Nodejs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>
              <a:latin typeface="Bell MT"/>
            </a:rPr>
            <a:t>Payment Gateway</a:t>
          </a:r>
          <a:r>
            <a:rPr lang="en-US" sz="2400" kern="1200">
              <a:latin typeface="Bell MT"/>
            </a:rPr>
            <a:t>: SSL COMMERZ</a:t>
          </a:r>
        </a:p>
      </dsp:txBody>
      <dsp:txXfrm>
        <a:off x="3859466" y="874917"/>
        <a:ext cx="3382454" cy="2824605"/>
      </dsp:txXfrm>
    </dsp:sp>
    <dsp:sp modelId="{80CFC5D5-F30F-4C79-BD89-33F1286940D8}">
      <dsp:nvSpPr>
        <dsp:cNvPr id="0" name=""/>
        <dsp:cNvSpPr/>
      </dsp:nvSpPr>
      <dsp:spPr>
        <a:xfrm>
          <a:off x="7715464" y="80314"/>
          <a:ext cx="3382454" cy="794603"/>
        </a:xfrm>
        <a:prstGeom prst="rect">
          <a:avLst/>
        </a:prstGeom>
        <a:solidFill>
          <a:schemeClr val="accent5">
            <a:hueOff val="1505343"/>
            <a:satOff val="10902"/>
            <a:lumOff val="-978"/>
            <a:alphaOff val="0"/>
          </a:schemeClr>
        </a:solidFill>
        <a:ln w="12700" cap="flat" cmpd="sng" algn="ctr">
          <a:solidFill>
            <a:schemeClr val="accent5">
              <a:hueOff val="1505343"/>
              <a:satOff val="10902"/>
              <a:lumOff val="-9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Bell MT"/>
            </a:rPr>
            <a:t>Hardware Requirements</a:t>
          </a:r>
          <a:r>
            <a:rPr lang="en-US" sz="2400" kern="1200">
              <a:latin typeface="Bell MT"/>
            </a:rPr>
            <a:t>:</a:t>
          </a:r>
        </a:p>
      </dsp:txBody>
      <dsp:txXfrm>
        <a:off x="7715464" y="80314"/>
        <a:ext cx="3382454" cy="794603"/>
      </dsp:txXfrm>
    </dsp:sp>
    <dsp:sp modelId="{D0589467-4E60-4C59-AA22-90D9ABD5F20A}">
      <dsp:nvSpPr>
        <dsp:cNvPr id="0" name=""/>
        <dsp:cNvSpPr/>
      </dsp:nvSpPr>
      <dsp:spPr>
        <a:xfrm>
          <a:off x="7715464" y="874917"/>
          <a:ext cx="3382454" cy="2824605"/>
        </a:xfrm>
        <a:prstGeom prst="rect">
          <a:avLst/>
        </a:prstGeom>
        <a:solidFill>
          <a:schemeClr val="accent5">
            <a:tint val="40000"/>
            <a:alpha val="90000"/>
            <a:hueOff val="1432686"/>
            <a:satOff val="4016"/>
            <a:lumOff val="31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432686"/>
              <a:satOff val="4016"/>
              <a:lumOff val="3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Bell MT"/>
            </a:rPr>
            <a:t>Standard laptops/desktops, hosting server</a:t>
          </a:r>
        </a:p>
      </dsp:txBody>
      <dsp:txXfrm>
        <a:off x="7715464" y="874917"/>
        <a:ext cx="3382454" cy="2824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3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58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8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1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22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0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7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1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6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2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11/30/2024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757042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0_68C49C6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5_B36F06B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75" y="362548"/>
            <a:ext cx="4761519" cy="4259814"/>
          </a:xfrm>
        </p:spPr>
        <p:txBody>
          <a:bodyPr>
            <a:normAutofit/>
          </a:bodyPr>
          <a:lstStyle/>
          <a:p>
            <a:r>
              <a:rPr lang="en-US" sz="5400"/>
              <a:t>HALL SEAT ALLOTMENT SYSTEM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0" y="4988476"/>
            <a:ext cx="4500561" cy="13202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/>
              <a:t>Automating hall seat allocation for university students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16EB93-E299-481D-A004-769603D3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37600" y="3600"/>
            <a:ext cx="6854400" cy="6854400"/>
            <a:chOff x="0" y="3600"/>
            <a:chExt cx="6854400" cy="685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CD13B55-E709-4E18-924B-655433A92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36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A3B2E1D-0135-45FF-990A-436697D20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199202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2BD9E0F-507C-49AD-B619-B42B4D342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2" name="Picture 51" descr="White and yellow chairs">
            <a:extLst>
              <a:ext uri="{FF2B5EF4-FFF2-40B4-BE49-F238E27FC236}">
                <a16:creationId xmlns:a16="http://schemas.microsoft.com/office/drawing/2014/main" id="{963C2715-F3F8-44D5-3952-BD2C83C259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64" r="-1" b="-1"/>
          <a:stretch/>
        </p:blipFill>
        <p:spPr>
          <a:xfrm>
            <a:off x="4896763" y="-1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9CFF9-0E7A-C720-8F42-DD322898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0001"/>
            <a:ext cx="11075080" cy="1809500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Abstract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B5C88C-DDA0-E39E-3EFE-6442CD67A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9031266"/>
              </p:ext>
            </p:extLst>
          </p:nvPr>
        </p:nvGraphicFramePr>
        <p:xfrm>
          <a:off x="539750" y="1902587"/>
          <a:ext cx="11101388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03978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9D33E-44EB-D28B-8586-59518B21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9639" y="545126"/>
            <a:ext cx="4892415" cy="2186096"/>
          </a:xfrm>
        </p:spPr>
        <p:txBody>
          <a:bodyPr anchor="t">
            <a:normAutofit/>
          </a:bodyPr>
          <a:lstStyle/>
          <a:p>
            <a:r>
              <a:rPr lang="en-US" sz="5600" b="1">
                <a:ea typeface="+mj-lt"/>
                <a:cs typeface="+mj-lt"/>
              </a:rPr>
              <a:t>System Design </a:t>
            </a:r>
            <a:r>
              <a:rPr lang="en-US" sz="5600" b="1">
                <a:solidFill>
                  <a:srgbClr val="FFFF00"/>
                </a:solidFill>
                <a:ea typeface="+mj-lt"/>
                <a:cs typeface="+mj-lt"/>
              </a:rPr>
              <a:t>Workflow</a:t>
            </a:r>
            <a:endParaRPr lang="en-US" sz="5600" b="1">
              <a:solidFill>
                <a:srgbClr val="FFFF00"/>
              </a:solidFill>
            </a:endParaRPr>
          </a:p>
        </p:txBody>
      </p: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0361C700-2D92-852F-7334-2B99FA556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494" y="540000"/>
            <a:ext cx="5197225" cy="51972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1D181-56E0-BCFD-98B0-BFC2BD92D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8446" y="2734209"/>
            <a:ext cx="5063749" cy="33616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9875" indent="-269875"/>
            <a:r>
              <a:rPr lang="en-US" sz="2400" b="1">
                <a:ea typeface="+mn-lt"/>
                <a:cs typeface="+mn-lt"/>
              </a:rPr>
              <a:t>Requirement Analysis</a:t>
            </a:r>
            <a:endParaRPr lang="en-US" sz="2400"/>
          </a:p>
          <a:p>
            <a:pPr marL="269875" indent="-269875"/>
            <a:r>
              <a:rPr lang="en-US" sz="2400" b="1">
                <a:ea typeface="+mn-lt"/>
                <a:cs typeface="+mn-lt"/>
              </a:rPr>
              <a:t>System Architecture Design</a:t>
            </a:r>
            <a:endParaRPr lang="en-US" sz="2400"/>
          </a:p>
          <a:p>
            <a:pPr marL="269875" indent="-269875"/>
            <a:r>
              <a:rPr lang="en-US" sz="2400" b="1">
                <a:ea typeface="+mn-lt"/>
                <a:cs typeface="+mn-lt"/>
              </a:rPr>
              <a:t>Database Design</a:t>
            </a:r>
            <a:endParaRPr lang="en-US" sz="2400"/>
          </a:p>
          <a:p>
            <a:pPr marL="269875" indent="-269875"/>
            <a:r>
              <a:rPr lang="en-US" sz="2400" b="1">
                <a:ea typeface="+mn-lt"/>
                <a:cs typeface="+mn-lt"/>
              </a:rPr>
              <a:t>Development and Testing</a:t>
            </a:r>
            <a:endParaRPr lang="en-US" sz="2400"/>
          </a:p>
          <a:p>
            <a:pPr marL="269875" indent="-269875"/>
            <a:r>
              <a:rPr lang="en-US" sz="2400" b="1">
                <a:ea typeface="+mn-lt"/>
                <a:cs typeface="+mn-lt"/>
              </a:rPr>
              <a:t>Deployment and Maintenance</a:t>
            </a:r>
            <a:endParaRPr lang="en-US" sz="2400"/>
          </a:p>
          <a:p>
            <a:pPr marL="269875" indent="-269875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13534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12B7DE-82D7-9596-ECE7-54D38ACD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05" y="540000"/>
            <a:ext cx="4993620" cy="2181946"/>
          </a:xfrm>
        </p:spPr>
        <p:txBody>
          <a:bodyPr anchor="t">
            <a:normAutofit/>
          </a:bodyPr>
          <a:lstStyle/>
          <a:p>
            <a:r>
              <a:rPr lang="en-US" sz="6600">
                <a:ea typeface="+mj-lt"/>
                <a:cs typeface="+mj-lt"/>
              </a:rPr>
              <a:t>Problem </a:t>
            </a:r>
            <a:r>
              <a:rPr lang="en-US" sz="6600">
                <a:solidFill>
                  <a:srgbClr val="FFFF00"/>
                </a:solidFill>
                <a:ea typeface="+mj-lt"/>
                <a:cs typeface="+mj-lt"/>
              </a:rPr>
              <a:t>Statement</a:t>
            </a:r>
            <a:endParaRPr lang="en-US" sz="660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22DA-2738-68E0-47C3-CA6D3B012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947121"/>
            <a:ext cx="5778031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 sz="2400" b="1">
                <a:latin typeface="Bell MT"/>
                <a:ea typeface="+mn-lt"/>
                <a:cs typeface="+mn-lt"/>
              </a:rPr>
              <a:t>Challenges in Current System</a:t>
            </a:r>
            <a:r>
              <a:rPr lang="en-US" sz="2400">
                <a:latin typeface="Bell MT"/>
                <a:ea typeface="+mn-lt"/>
                <a:cs typeface="+mn-lt"/>
              </a:rPr>
              <a:t>:</a:t>
            </a:r>
            <a:endParaRPr lang="en-US" sz="2400">
              <a:latin typeface="Bell MT"/>
            </a:endParaRPr>
          </a:p>
          <a:p>
            <a:pPr marL="719455" lvl="1" indent="-269875">
              <a:buFont typeface="Courier New" panose="020B0604020202020204" pitchFamily="34" charset="0"/>
              <a:buChar char="o"/>
            </a:pPr>
            <a:r>
              <a:rPr lang="en-US" sz="2400">
                <a:latin typeface="Bell MT"/>
                <a:ea typeface="+mn-lt"/>
                <a:cs typeface="+mn-lt"/>
              </a:rPr>
              <a:t>Manual processes lead to inefficiency and errors.</a:t>
            </a:r>
            <a:endParaRPr lang="en-US" sz="2400">
              <a:latin typeface="Bell MT"/>
            </a:endParaRPr>
          </a:p>
          <a:p>
            <a:pPr marL="719455" lvl="1" indent="-269875">
              <a:buFont typeface="Courier New" panose="020B0604020202020204" pitchFamily="34" charset="0"/>
              <a:buChar char="o"/>
            </a:pPr>
            <a:r>
              <a:rPr lang="en-US" sz="2400">
                <a:latin typeface="Bell MT"/>
                <a:ea typeface="+mn-lt"/>
                <a:cs typeface="+mn-lt"/>
              </a:rPr>
              <a:t>Lack of transparency in seat allocation.</a:t>
            </a:r>
            <a:endParaRPr lang="en-US" sz="2400">
              <a:latin typeface="Bell MT"/>
            </a:endParaRPr>
          </a:p>
          <a:p>
            <a:pPr marL="719455" lvl="1" indent="-269875">
              <a:buFont typeface="Courier New" panose="020B0604020202020204" pitchFamily="34" charset="0"/>
              <a:buChar char="o"/>
            </a:pPr>
            <a:r>
              <a:rPr lang="en-US" sz="2400">
                <a:latin typeface="Bell MT"/>
                <a:ea typeface="+mn-lt"/>
                <a:cs typeface="+mn-lt"/>
              </a:rPr>
              <a:t>Dependence on physical paperwork.</a:t>
            </a:r>
            <a:endParaRPr lang="en-US" sz="2400">
              <a:latin typeface="Bell MT"/>
            </a:endParaRPr>
          </a:p>
          <a:p>
            <a:pPr marL="269875" indent="-269875"/>
            <a:endParaRPr lang="en-US" sz="2400">
              <a:latin typeface="Bell MT"/>
            </a:endParaRPr>
          </a:p>
        </p:txBody>
      </p:sp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72C111CB-9518-7757-0AFD-60D9327D9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5000" y="1629000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2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5656-E32D-C8B7-705E-81BBB9EC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</a:t>
            </a:r>
            <a:r>
              <a:rPr lang="en-US">
                <a:solidFill>
                  <a:srgbClr val="FFFF00"/>
                </a:solidFill>
                <a:ea typeface="+mj-lt"/>
                <a:cs typeface="+mj-lt"/>
              </a:rPr>
              <a:t>Features</a:t>
            </a:r>
            <a:endParaRPr lang="en-US">
              <a:solidFill>
                <a:srgbClr val="FFFF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63461-D36D-E6CE-B2FF-A6757C3B2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451303"/>
              </p:ext>
            </p:extLst>
          </p:nvPr>
        </p:nvGraphicFramePr>
        <p:xfrm>
          <a:off x="371912" y="1901358"/>
          <a:ext cx="11605400" cy="4172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3771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AC092-03E6-4EA8-6334-EDEE76739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0001"/>
            <a:ext cx="11075080" cy="1809500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Functional </a:t>
            </a:r>
            <a:r>
              <a:rPr lang="en-US">
                <a:solidFill>
                  <a:srgbClr val="FFFF00"/>
                </a:solidFill>
                <a:ea typeface="+mj-lt"/>
                <a:cs typeface="+mj-lt"/>
              </a:rPr>
              <a:t>Workflow</a:t>
            </a:r>
            <a:endParaRPr lang="en-US">
              <a:solidFill>
                <a:srgbClr val="FFFF00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A4D1D0E-1678-C73D-2854-1E927FC20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976038"/>
              </p:ext>
            </p:extLst>
          </p:nvPr>
        </p:nvGraphicFramePr>
        <p:xfrm>
          <a:off x="550955" y="1811711"/>
          <a:ext cx="11403948" cy="4172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14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67D26-5F4D-348A-76D0-FCCB3205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Technical </a:t>
            </a:r>
            <a:r>
              <a:rPr lang="en-US">
                <a:solidFill>
                  <a:srgbClr val="FFFF00"/>
                </a:solidFill>
                <a:ea typeface="+mj-lt"/>
                <a:cs typeface="+mj-lt"/>
              </a:rPr>
              <a:t>Feasibility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2B2C1CEB-6D81-42FC-97D2-0E5CE825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F832D9-9E09-40D4-AD67-47851A25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59" name="Content Placeholder 2">
            <a:extLst>
              <a:ext uri="{FF2B5EF4-FFF2-40B4-BE49-F238E27FC236}">
                <a16:creationId xmlns:a16="http://schemas.microsoft.com/office/drawing/2014/main" id="{7CEB429B-804E-AD1D-43DA-82DA6E2DB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881937"/>
              </p:ext>
            </p:extLst>
          </p:nvPr>
        </p:nvGraphicFramePr>
        <p:xfrm>
          <a:off x="551845" y="2528888"/>
          <a:ext cx="11101388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548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4F3A8-CC8C-5C87-7048-2EA7B913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en-US" b="1">
                <a:ea typeface="+mj-lt"/>
                <a:cs typeface="+mj-lt"/>
              </a:rPr>
              <a:t>Software </a:t>
            </a:r>
            <a:r>
              <a:rPr lang="en-US" b="1">
                <a:solidFill>
                  <a:srgbClr val="FFFF00"/>
                </a:solidFill>
                <a:ea typeface="+mj-lt"/>
                <a:cs typeface="+mj-lt"/>
              </a:rPr>
              <a:t>Structure</a:t>
            </a:r>
            <a:endParaRPr lang="en-US" b="1">
              <a:solidFill>
                <a:srgbClr val="FFFF00"/>
              </a:solidFill>
            </a:endParaRPr>
          </a:p>
        </p:txBody>
      </p:sp>
      <p:pic>
        <p:nvPicPr>
          <p:cNvPr id="29" name="Graphic 28" descr="Website">
            <a:extLst>
              <a:ext uri="{FF2B5EF4-FFF2-40B4-BE49-F238E27FC236}">
                <a16:creationId xmlns:a16="http://schemas.microsoft.com/office/drawing/2014/main" id="{D02CA811-25A1-1FB4-3F94-6E71F1DF0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494" y="540000"/>
            <a:ext cx="5141196" cy="51411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1A024-1233-83D3-02A9-059AF00E3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9875" indent="-269875"/>
            <a:r>
              <a:rPr lang="en-US" sz="2000" b="1">
                <a:ea typeface="+mn-lt"/>
                <a:cs typeface="+mn-lt"/>
              </a:rPr>
              <a:t>Presentation Layer</a:t>
            </a:r>
            <a:r>
              <a:rPr lang="en-US" sz="2000">
                <a:ea typeface="+mn-lt"/>
                <a:cs typeface="+mn-lt"/>
              </a:rPr>
              <a:t>: Flutter app and MERN web app.</a:t>
            </a:r>
            <a:endParaRPr lang="en-US" sz="2000"/>
          </a:p>
          <a:p>
            <a:pPr marL="269875" indent="-269875"/>
            <a:r>
              <a:rPr lang="en-US" sz="2000" b="1">
                <a:ea typeface="+mn-lt"/>
                <a:cs typeface="+mn-lt"/>
              </a:rPr>
              <a:t>Application Layer</a:t>
            </a:r>
            <a:r>
              <a:rPr lang="en-US" sz="2000">
                <a:ea typeface="+mn-lt"/>
                <a:cs typeface="+mn-lt"/>
              </a:rPr>
              <a:t>: NodeJS backend managing business logic.</a:t>
            </a:r>
            <a:endParaRPr lang="en-US" sz="2000"/>
          </a:p>
          <a:p>
            <a:pPr marL="269875" indent="-269875"/>
            <a:r>
              <a:rPr lang="en-US" sz="2000" b="1">
                <a:ea typeface="+mn-lt"/>
                <a:cs typeface="+mn-lt"/>
              </a:rPr>
              <a:t>Database Layer</a:t>
            </a:r>
            <a:r>
              <a:rPr lang="en-US" sz="2000">
                <a:ea typeface="+mn-lt"/>
                <a:cs typeface="+mn-lt"/>
              </a:rPr>
              <a:t>: MongoDB database.</a:t>
            </a:r>
            <a:endParaRPr lang="en-US" sz="2000"/>
          </a:p>
          <a:p>
            <a:pPr marL="269875" indent="-269875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2194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EBF07-FDB7-8C13-DF77-1CFC20B7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411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Collaboration </a:t>
            </a:r>
            <a:r>
              <a:rPr lang="en-US">
                <a:solidFill>
                  <a:srgbClr val="FFFF00"/>
                </a:solidFill>
                <a:ea typeface="+mj-lt"/>
                <a:cs typeface="+mj-lt"/>
              </a:rPr>
              <a:t>Workflow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7" name="Graphic 6" descr="Backlog">
            <a:extLst>
              <a:ext uri="{FF2B5EF4-FFF2-40B4-BE49-F238E27FC236}">
                <a16:creationId xmlns:a16="http://schemas.microsoft.com/office/drawing/2014/main" id="{4CE19F9D-D6AE-9736-BC3B-482C050A4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494" y="540000"/>
            <a:ext cx="5246808" cy="52468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ADAB7-6852-4F4B-2209-FA012B160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282" y="2853176"/>
            <a:ext cx="4549168" cy="41598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9875" indent="-269875"/>
            <a:r>
              <a:rPr lang="en-US" sz="2000" b="1">
                <a:ea typeface="+mn-lt"/>
                <a:cs typeface="+mn-lt"/>
              </a:rPr>
              <a:t>Frontend Team</a:t>
            </a:r>
            <a:r>
              <a:rPr lang="en-US" sz="2000">
                <a:ea typeface="+mn-lt"/>
                <a:cs typeface="+mn-lt"/>
              </a:rPr>
              <a:t>: ReactJS for webapp design and UI.</a:t>
            </a:r>
            <a:endParaRPr lang="en-US" sz="2000"/>
          </a:p>
          <a:p>
            <a:pPr marL="269875" indent="-269875"/>
            <a:r>
              <a:rPr lang="en-US" sz="2000" b="1">
                <a:ea typeface="+mn-lt"/>
                <a:cs typeface="+mn-lt"/>
              </a:rPr>
              <a:t>Backend Team</a:t>
            </a:r>
            <a:r>
              <a:rPr lang="en-US" sz="2000">
                <a:ea typeface="+mn-lt"/>
                <a:cs typeface="+mn-lt"/>
              </a:rPr>
              <a:t>: Nodejs for server-side logic.</a:t>
            </a:r>
            <a:endParaRPr lang="en-US" sz="2000"/>
          </a:p>
          <a:p>
            <a:pPr marL="269875" indent="-269875"/>
            <a:r>
              <a:rPr lang="en-US" sz="2000" b="1">
                <a:ea typeface="+mn-lt"/>
                <a:cs typeface="+mn-lt"/>
              </a:rPr>
              <a:t>Database Admins</a:t>
            </a:r>
            <a:r>
              <a:rPr lang="en-US" sz="2000">
                <a:ea typeface="+mn-lt"/>
                <a:cs typeface="+mn-lt"/>
              </a:rPr>
              <a:t>: MongoDB management.</a:t>
            </a:r>
            <a:endParaRPr lang="en-US" sz="2000"/>
          </a:p>
          <a:p>
            <a:pPr marL="269875" indent="-269875"/>
            <a:r>
              <a:rPr lang="en-US" sz="2000" b="1">
                <a:ea typeface="+mn-lt"/>
                <a:cs typeface="+mn-lt"/>
              </a:rPr>
              <a:t>Project Manager</a:t>
            </a:r>
            <a:r>
              <a:rPr lang="en-US" sz="2000">
                <a:ea typeface="+mn-lt"/>
                <a:cs typeface="+mn-lt"/>
              </a:rPr>
              <a:t>: Oversees Agile workflow model.</a:t>
            </a:r>
            <a:endParaRPr lang="en-US" sz="2000"/>
          </a:p>
          <a:p>
            <a:pPr marL="269875" indent="-269875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66863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3677647" y="461559"/>
            <a:ext cx="6046972" cy="195350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spc="50">
                <a:latin typeface="+mj-lt"/>
                <a:ea typeface="+mj-ea"/>
                <a:cs typeface="+mj-cs"/>
              </a:rPr>
              <a:t>Class </a:t>
            </a:r>
            <a:r>
              <a:rPr lang="en-US" sz="6000" b="1" spc="5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Diagram</a:t>
            </a:r>
            <a:endParaRPr lang="en-US" sz="600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E6C9959E-9D97-9B4A-A86B-A3059A71D1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3537" y="2423612"/>
            <a:ext cx="7939030" cy="389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81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49DAA-74EE-39FB-6A5C-7AF07686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786" y="1015773"/>
            <a:ext cx="4554821" cy="2186096"/>
          </a:xfrm>
        </p:spPr>
        <p:txBody>
          <a:bodyPr anchor="t">
            <a:normAutofit/>
          </a:bodyPr>
          <a:lstStyle/>
          <a:p>
            <a:r>
              <a:rPr lang="en-US" sz="4000"/>
              <a:t>Key </a:t>
            </a:r>
            <a:r>
              <a:rPr lang="en-US" sz="4000">
                <a:solidFill>
                  <a:srgbClr val="FFFF00"/>
                </a:solidFill>
              </a:rPr>
              <a:t>Pages</a:t>
            </a:r>
            <a:r>
              <a:rPr lang="en-US" sz="4000"/>
              <a:t> </a:t>
            </a:r>
            <a:r>
              <a:rPr lang="en-US" sz="4000">
                <a:solidFill>
                  <a:srgbClr val="FFFF00"/>
                </a:solidFill>
              </a:rPr>
              <a:t>(</a:t>
            </a:r>
            <a:r>
              <a:rPr lang="en-US" sz="4000"/>
              <a:t>Mockups</a:t>
            </a:r>
            <a:r>
              <a:rPr lang="en-US" sz="4000">
                <a:solidFill>
                  <a:srgbClr val="FFFF00"/>
                </a:solidFill>
              </a:rPr>
              <a:t>/</a:t>
            </a:r>
            <a:r>
              <a:rPr lang="en-US" sz="4000"/>
              <a:t>Designs</a:t>
            </a:r>
            <a:r>
              <a:rPr lang="en-US" sz="4000">
                <a:solidFill>
                  <a:srgbClr val="FFFF00"/>
                </a:solidFill>
              </a:rPr>
              <a:t>)</a:t>
            </a: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D9EFEC3A-5F69-F053-0966-5069157C9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494" y="540000"/>
            <a:ext cx="5286873" cy="53204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11C26-CA3B-DFBB-B80E-34AEB6BE0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593" y="2622150"/>
            <a:ext cx="5052543" cy="33616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9875" indent="-269875"/>
            <a:endParaRPr lang="en-US" sz="2400"/>
          </a:p>
          <a:p>
            <a:pPr marL="719455" lvl="1" indent="-269875"/>
            <a:r>
              <a:rPr lang="en-US" sz="2400" b="1">
                <a:ea typeface="+mn-lt"/>
                <a:cs typeface="+mn-lt"/>
              </a:rPr>
              <a:t>Student Registration Form</a:t>
            </a:r>
            <a:endParaRPr lang="en-US" sz="2400" b="1"/>
          </a:p>
          <a:p>
            <a:pPr marL="719455" lvl="1" indent="-269875"/>
            <a:r>
              <a:rPr lang="en-US" sz="2400" b="1">
                <a:ea typeface="+mn-lt"/>
                <a:cs typeface="+mn-lt"/>
              </a:rPr>
              <a:t>Admin Dashboard</a:t>
            </a:r>
            <a:endParaRPr lang="en-US" sz="2400" b="1"/>
          </a:p>
          <a:p>
            <a:pPr marL="719455" lvl="1" indent="-269875"/>
            <a:r>
              <a:rPr lang="en-US" sz="2400" b="1">
                <a:ea typeface="+mn-lt"/>
                <a:cs typeface="+mn-lt"/>
              </a:rPr>
              <a:t>Application Form</a:t>
            </a:r>
            <a:endParaRPr lang="en-US" sz="2400" b="1"/>
          </a:p>
          <a:p>
            <a:pPr marL="719455" lvl="1" indent="-269875"/>
            <a:r>
              <a:rPr lang="en-US" sz="2400" b="1">
                <a:ea typeface="+mn-lt"/>
                <a:cs typeface="+mn-lt"/>
              </a:rPr>
              <a:t>Payment Portal</a:t>
            </a:r>
            <a:endParaRPr lang="en-US" sz="2400" b="1"/>
          </a:p>
          <a:p>
            <a:pPr marL="719455" lvl="1" indent="-269875"/>
            <a:r>
              <a:rPr lang="en-US" sz="2400" b="1">
                <a:ea typeface="+mn-lt"/>
                <a:cs typeface="+mn-lt"/>
              </a:rPr>
              <a:t>Notice Board</a:t>
            </a:r>
            <a:endParaRPr lang="en-US" sz="2400" b="1"/>
          </a:p>
          <a:p>
            <a:pPr marL="269875" indent="-269875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96491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578195" y="344278"/>
            <a:ext cx="37405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Authentication</a:t>
            </a:r>
          </a:p>
        </p:txBody>
      </p:sp>
      <p:pic>
        <p:nvPicPr>
          <p:cNvPr id="4" name="Content Placeholder 3" descr="A login screen with a mountain and a snowy mountain&#10;&#10;Description automatically generated">
            <a:extLst>
              <a:ext uri="{FF2B5EF4-FFF2-40B4-BE49-F238E27FC236}">
                <a16:creationId xmlns:a16="http://schemas.microsoft.com/office/drawing/2014/main" id="{48BDAA75-93C6-0748-5F8F-9475858DE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4342" y="1358764"/>
            <a:ext cx="9123315" cy="4140472"/>
          </a:xfrm>
        </p:spPr>
      </p:pic>
    </p:spTree>
    <p:extLst>
      <p:ext uri="{BB962C8B-B14F-4D97-AF65-F5344CB8AC3E}">
        <p14:creationId xmlns:p14="http://schemas.microsoft.com/office/powerpoint/2010/main" val="899827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578195" y="344278"/>
            <a:ext cx="34603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Notice Board</a:t>
            </a:r>
            <a:endParaRPr lang="en-US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76C05C15-0F1B-28FD-12A8-252923311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3504" y="1764389"/>
            <a:ext cx="8404991" cy="3779837"/>
          </a:xfrm>
        </p:spPr>
      </p:pic>
    </p:spTree>
    <p:extLst>
      <p:ext uri="{BB962C8B-B14F-4D97-AF65-F5344CB8AC3E}">
        <p14:creationId xmlns:p14="http://schemas.microsoft.com/office/powerpoint/2010/main" val="2251807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578195" y="344278"/>
            <a:ext cx="34603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Form Fill up</a:t>
            </a:r>
          </a:p>
        </p:txBody>
      </p:sp>
      <p:pic>
        <p:nvPicPr>
          <p:cNvPr id="6" name="Content Placeholder 5" descr="A screenshot of a login form&#10;&#10;Description automatically generated">
            <a:extLst>
              <a:ext uri="{FF2B5EF4-FFF2-40B4-BE49-F238E27FC236}">
                <a16:creationId xmlns:a16="http://schemas.microsoft.com/office/drawing/2014/main" id="{787115C7-2E94-442D-6D6F-A785BC8DB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100" y="1439055"/>
            <a:ext cx="9593799" cy="4324459"/>
          </a:xfrm>
        </p:spPr>
      </p:pic>
    </p:spTree>
    <p:extLst>
      <p:ext uri="{BB962C8B-B14F-4D97-AF65-F5344CB8AC3E}">
        <p14:creationId xmlns:p14="http://schemas.microsoft.com/office/powerpoint/2010/main" val="2783220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578195" y="344278"/>
            <a:ext cx="43344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Allotment Result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F85D1517-1BC4-D47F-3556-105BABCB8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221" y="1899300"/>
            <a:ext cx="8385557" cy="3779837"/>
          </a:xfrm>
        </p:spPr>
      </p:pic>
    </p:spTree>
    <p:extLst>
      <p:ext uri="{BB962C8B-B14F-4D97-AF65-F5344CB8AC3E}">
        <p14:creationId xmlns:p14="http://schemas.microsoft.com/office/powerpoint/2010/main" val="3502251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578195" y="344278"/>
            <a:ext cx="40766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Student Status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BBEBDCEC-10EA-C20E-8D85-8354B434B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368" y="1944271"/>
            <a:ext cx="8395263" cy="3779837"/>
          </a:xfrm>
        </p:spPr>
      </p:pic>
    </p:spTree>
    <p:extLst>
      <p:ext uri="{BB962C8B-B14F-4D97-AF65-F5344CB8AC3E}">
        <p14:creationId xmlns:p14="http://schemas.microsoft.com/office/powerpoint/2010/main" val="3922688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952949" y="344278"/>
            <a:ext cx="34603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Payment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B53C6555-BA58-66A9-8461-4F3A26045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742" y="1779379"/>
            <a:ext cx="8424515" cy="3779837"/>
          </a:xfrm>
        </p:spPr>
      </p:pic>
    </p:spTree>
    <p:extLst>
      <p:ext uri="{BB962C8B-B14F-4D97-AF65-F5344CB8AC3E}">
        <p14:creationId xmlns:p14="http://schemas.microsoft.com/office/powerpoint/2010/main" val="3575973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3319059" y="371912"/>
            <a:ext cx="6865002" cy="195350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Avenir Next LT Pro"/>
                <a:ea typeface="+mj-ea"/>
                <a:cs typeface="+mj-cs"/>
              </a:rPr>
              <a:t>Complain Box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47131E17-AC93-7329-3D0F-6B154358BA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87486" y="1835524"/>
            <a:ext cx="9070586" cy="405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06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338352" y="344278"/>
            <a:ext cx="43904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Admin Dashboard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E5401408-7CE1-B096-FBB2-4EC40F868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237" y="1779379"/>
            <a:ext cx="8487884" cy="3856923"/>
          </a:xfrm>
        </p:spPr>
      </p:pic>
    </p:spTree>
    <p:extLst>
      <p:ext uri="{BB962C8B-B14F-4D97-AF65-F5344CB8AC3E}">
        <p14:creationId xmlns:p14="http://schemas.microsoft.com/office/powerpoint/2010/main" val="3819492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248411" y="359268"/>
            <a:ext cx="45697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Complain Box View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D46D1C24-341A-BA57-62EA-FF1620ACE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227" y="1674447"/>
            <a:ext cx="8827545" cy="3946865"/>
          </a:xfrm>
        </p:spPr>
      </p:pic>
    </p:spTree>
    <p:extLst>
      <p:ext uri="{BB962C8B-B14F-4D97-AF65-F5344CB8AC3E}">
        <p14:creationId xmlns:p14="http://schemas.microsoft.com/office/powerpoint/2010/main" val="3446441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368333" y="359268"/>
            <a:ext cx="47378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Edit Student</a:t>
            </a:r>
          </a:p>
        </p:txBody>
      </p:sp>
      <p:pic>
        <p:nvPicPr>
          <p:cNvPr id="4" name="Content Placeholder 3" descr="A screenshot of a student form&#10;&#10;Description automatically generated">
            <a:extLst>
              <a:ext uri="{FF2B5EF4-FFF2-40B4-BE49-F238E27FC236}">
                <a16:creationId xmlns:a16="http://schemas.microsoft.com/office/drawing/2014/main" id="{EA7587A9-E8D4-1564-8016-6738425AA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746" t="451" r="34308" b="261"/>
          <a:stretch/>
        </p:blipFill>
        <p:spPr>
          <a:xfrm>
            <a:off x="1750816" y="1854978"/>
            <a:ext cx="2921352" cy="3912279"/>
          </a:xfrm>
        </p:spPr>
      </p:pic>
      <p:pic>
        <p:nvPicPr>
          <p:cNvPr id="3" name="Content Placeholder 3" descr="A screenshot of a phone&#10;&#10;Description automatically generated">
            <a:extLst>
              <a:ext uri="{FF2B5EF4-FFF2-40B4-BE49-F238E27FC236}">
                <a16:creationId xmlns:a16="http://schemas.microsoft.com/office/drawing/2014/main" id="{DAF90A02-333A-2AAE-314E-B0BF7BFAF0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42" t="623" r="33501" b="-282"/>
          <a:stretch/>
        </p:blipFill>
        <p:spPr>
          <a:xfrm>
            <a:off x="6628838" y="1909441"/>
            <a:ext cx="3058789" cy="38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10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503244" y="344278"/>
            <a:ext cx="34603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Notice Publish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E7BEBE62-9139-EA35-C788-46B6F02FD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1882" y="1794370"/>
            <a:ext cx="8708236" cy="3931873"/>
          </a:xfrm>
        </p:spPr>
      </p:pic>
    </p:spTree>
    <p:extLst>
      <p:ext uri="{BB962C8B-B14F-4D97-AF65-F5344CB8AC3E}">
        <p14:creationId xmlns:p14="http://schemas.microsoft.com/office/powerpoint/2010/main" val="200916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952949" y="359268"/>
            <a:ext cx="34603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Allotment 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D003FF41-A60A-9A6E-7591-B553D4E4A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830" y="1614486"/>
            <a:ext cx="8656340" cy="3901894"/>
          </a:xfrm>
        </p:spPr>
      </p:pic>
    </p:spTree>
    <p:extLst>
      <p:ext uri="{BB962C8B-B14F-4D97-AF65-F5344CB8AC3E}">
        <p14:creationId xmlns:p14="http://schemas.microsoft.com/office/powerpoint/2010/main" val="3353300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683126" y="344278"/>
            <a:ext cx="34603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Seat Detail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89FAEC61-40B5-F69B-31EA-BE18BCD88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6046" y="1674448"/>
            <a:ext cx="8579908" cy="3871913"/>
          </a:xfrm>
        </p:spPr>
      </p:pic>
    </p:spTree>
    <p:extLst>
      <p:ext uri="{BB962C8B-B14F-4D97-AF65-F5344CB8AC3E}">
        <p14:creationId xmlns:p14="http://schemas.microsoft.com/office/powerpoint/2010/main" val="373238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18AB86-F515-C03D-80CB-C4257D1E316D}"/>
              </a:ext>
            </a:extLst>
          </p:cNvPr>
          <p:cNvSpPr txBox="1"/>
          <p:nvPr/>
        </p:nvSpPr>
        <p:spPr>
          <a:xfrm>
            <a:off x="4653146" y="359268"/>
            <a:ext cx="34603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Student List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6FC1D588-B2D1-746E-036A-8709CE42B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08" y="1689438"/>
            <a:ext cx="8922384" cy="4021815"/>
          </a:xfrm>
        </p:spPr>
      </p:pic>
    </p:spTree>
    <p:extLst>
      <p:ext uri="{BB962C8B-B14F-4D97-AF65-F5344CB8AC3E}">
        <p14:creationId xmlns:p14="http://schemas.microsoft.com/office/powerpoint/2010/main" val="26084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51FEB1-29F5-E2E3-DA08-C0490D200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85" y="540000"/>
            <a:ext cx="5055733" cy="2181946"/>
          </a:xfrm>
        </p:spPr>
        <p:txBody>
          <a:bodyPr anchor="t">
            <a:normAutofit/>
          </a:bodyPr>
          <a:lstStyle/>
          <a:p>
            <a:r>
              <a:rPr lang="en-US" sz="5400"/>
              <a:t>Overall </a:t>
            </a:r>
            <a:r>
              <a:rPr lang="en-US" sz="5400">
                <a:solidFill>
                  <a:srgbClr val="FFFF00"/>
                </a:solidFill>
              </a:rPr>
              <a:t>Efficiency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0DF7A-B8E9-AB04-A36E-358DE94FB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947121"/>
            <a:ext cx="4500562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 sz="2400" b="1">
                <a:latin typeface="Bell MT"/>
              </a:rPr>
              <a:t>Reduced workload to manpower</a:t>
            </a:r>
          </a:p>
          <a:p>
            <a:pPr marL="269875" indent="-269875"/>
            <a:r>
              <a:rPr lang="en-US" sz="2400" b="1">
                <a:latin typeface="Bell MT"/>
              </a:rPr>
              <a:t>Scalable management system</a:t>
            </a:r>
          </a:p>
          <a:p>
            <a:pPr marL="269875" indent="-269875"/>
            <a:r>
              <a:rPr lang="en-US" sz="2400" b="1">
                <a:latin typeface="Bell MT"/>
              </a:rPr>
              <a:t>Centralize control </a:t>
            </a:r>
          </a:p>
          <a:p>
            <a:pPr marL="269875" indent="-269875"/>
            <a:endParaRPr lang="en-US"/>
          </a:p>
        </p:txBody>
      </p:sp>
      <p:pic>
        <p:nvPicPr>
          <p:cNvPr id="5" name="Picture 4" descr="Pie Chart - ClipArt Best">
            <a:extLst>
              <a:ext uri="{FF2B5EF4-FFF2-40B4-BE49-F238E27FC236}">
                <a16:creationId xmlns:a16="http://schemas.microsoft.com/office/drawing/2014/main" id="{02CE51E0-31B6-3388-E364-5A07ADCC7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000" y="2043000"/>
            <a:ext cx="3600000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44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DA132-E967-1905-57F5-39B2EEF8C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0000"/>
            <a:ext cx="4554821" cy="2186096"/>
          </a:xfrm>
        </p:spPr>
        <p:txBody>
          <a:bodyPr anchor="b">
            <a:normAutofit/>
          </a:bodyPr>
          <a:lstStyle/>
          <a:p>
            <a:r>
              <a:rPr lang="en-US"/>
              <a:t>Overall </a:t>
            </a:r>
            <a:r>
              <a:rPr lang="en-US">
                <a:solidFill>
                  <a:srgbClr val="FFFF00"/>
                </a:solidFill>
              </a:rPr>
              <a:t>Benefits</a:t>
            </a:r>
          </a:p>
        </p:txBody>
      </p:sp>
      <p:pic>
        <p:nvPicPr>
          <p:cNvPr id="5" name="Picture 4" descr="White stopwatch">
            <a:extLst>
              <a:ext uri="{FF2B5EF4-FFF2-40B4-BE49-F238E27FC236}">
                <a16:creationId xmlns:a16="http://schemas.microsoft.com/office/drawing/2014/main" id="{BACFCA40-7D04-09E7-50FE-A30273387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69" r="-3" b="-3"/>
          <a:stretch/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D5C08-7034-742E-E4B0-DDBD429B2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 sz="2000"/>
              <a:t>Save time by 50%</a:t>
            </a:r>
          </a:p>
          <a:p>
            <a:pPr marL="269875" indent="-269875"/>
            <a:r>
              <a:rPr lang="en-US" sz="2000"/>
              <a:t>Process reduced from days to minutes</a:t>
            </a:r>
          </a:p>
          <a:p>
            <a:pPr marL="269875" indent="-269875"/>
            <a:r>
              <a:rPr lang="en-US" sz="2000"/>
              <a:t>Cost efficiency  up to 50%</a:t>
            </a:r>
          </a:p>
          <a:p>
            <a:pPr marL="269875" indent="-269875"/>
            <a:r>
              <a:rPr lang="en-US" sz="2000"/>
              <a:t>Sustainable solution</a:t>
            </a:r>
          </a:p>
          <a:p>
            <a:pPr marL="269875" indent="-269875"/>
            <a:endParaRPr lang="en-US"/>
          </a:p>
          <a:p>
            <a:pPr marL="269875" indent="-26987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AA8E-26DF-2B7B-B9E0-23F8A5B2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F84E6-4A75-8693-D808-19AF7AC5E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42" y="2528887"/>
            <a:ext cx="11101136" cy="3779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005205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Hall Seat Management System is a comprehensive tool to manage hall allocations efficiently.</a:t>
            </a:r>
            <a:endParaRPr lang="en-US"/>
          </a:p>
          <a:p>
            <a:pPr marL="1005205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It bridges the gap between students and administrators through automation.</a:t>
            </a:r>
            <a:endParaRPr lang="en-US"/>
          </a:p>
          <a:p>
            <a:pPr marL="449580" lvl="1" indent="0">
              <a:buFont typeface="Courier New" panose="020B060402020202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48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A10581-08F2-4D9E-8CB4-07ECFEE9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E2092A-4250-4BDD-AC6C-CA57E30D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266875" cy="6858000"/>
            <a:chOff x="0" y="0"/>
            <a:chExt cx="7266875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1EE7D2-EB27-4C6C-8E54-CBCDDCA17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600"/>
              <a:ext cx="7266875" cy="6854400"/>
            </a:xfrm>
            <a:custGeom>
              <a:avLst/>
              <a:gdLst>
                <a:gd name="connsiteX0" fmla="*/ 3839675 w 7266875"/>
                <a:gd name="connsiteY0" fmla="*/ 0 h 6854400"/>
                <a:gd name="connsiteX1" fmla="*/ 7266875 w 7266875"/>
                <a:gd name="connsiteY1" fmla="*/ 3427200 h 6854400"/>
                <a:gd name="connsiteX2" fmla="*/ 3839675 w 7266875"/>
                <a:gd name="connsiteY2" fmla="*/ 6854400 h 6854400"/>
                <a:gd name="connsiteX3" fmla="*/ 3489264 w 7266875"/>
                <a:gd name="connsiteY3" fmla="*/ 6836706 h 6854400"/>
                <a:gd name="connsiteX4" fmla="*/ 3327588 w 7266875"/>
                <a:gd name="connsiteY4" fmla="*/ 6816161 h 6854400"/>
                <a:gd name="connsiteX5" fmla="*/ 3174464 w 7266875"/>
                <a:gd name="connsiteY5" fmla="*/ 6839531 h 6854400"/>
                <a:gd name="connsiteX6" fmla="*/ 2880000 w 7266875"/>
                <a:gd name="connsiteY6" fmla="*/ 6854400 h 6854400"/>
                <a:gd name="connsiteX7" fmla="*/ 0 w 7266875"/>
                <a:gd name="connsiteY7" fmla="*/ 3974400 h 6854400"/>
                <a:gd name="connsiteX8" fmla="*/ 226325 w 7266875"/>
                <a:gd name="connsiteY8" fmla="*/ 2853374 h 6854400"/>
                <a:gd name="connsiteX9" fmla="*/ 258015 w 7266875"/>
                <a:gd name="connsiteY9" fmla="*/ 2787590 h 6854400"/>
                <a:gd name="connsiteX10" fmla="*/ 224445 w 7266875"/>
                <a:gd name="connsiteY10" fmla="*/ 2657030 h 6854400"/>
                <a:gd name="connsiteX11" fmla="*/ 180561 w 7266875"/>
                <a:gd name="connsiteY11" fmla="*/ 2221714 h 6854400"/>
                <a:gd name="connsiteX12" fmla="*/ 2340561 w 7266875"/>
                <a:gd name="connsiteY12" fmla="*/ 61714 h 6854400"/>
                <a:gd name="connsiteX13" fmla="*/ 2828370 w 7266875"/>
                <a:gd name="connsiteY13" fmla="*/ 117025 h 6854400"/>
                <a:gd name="connsiteX14" fmla="*/ 2891183 w 7266875"/>
                <a:gd name="connsiteY14" fmla="*/ 134017 h 6854400"/>
                <a:gd name="connsiteX15" fmla="*/ 2983165 w 7266875"/>
                <a:gd name="connsiteY15" fmla="*/ 107897 h 6854400"/>
                <a:gd name="connsiteX16" fmla="*/ 3839675 w 7266875"/>
                <a:gd name="connsiteY16" fmla="*/ 0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6875" h="6854400">
                  <a:moveTo>
                    <a:pt x="3839675" y="0"/>
                  </a:moveTo>
                  <a:cubicBezTo>
                    <a:pt x="5732465" y="0"/>
                    <a:pt x="7266875" y="1534410"/>
                    <a:pt x="7266875" y="3427200"/>
                  </a:cubicBezTo>
                  <a:cubicBezTo>
                    <a:pt x="7266875" y="5319990"/>
                    <a:pt x="5732465" y="6854400"/>
                    <a:pt x="3839675" y="6854400"/>
                  </a:cubicBezTo>
                  <a:cubicBezTo>
                    <a:pt x="3721376" y="6854400"/>
                    <a:pt x="3604476" y="6848406"/>
                    <a:pt x="3489264" y="6836706"/>
                  </a:cubicBezTo>
                  <a:lnTo>
                    <a:pt x="3327588" y="6816161"/>
                  </a:lnTo>
                  <a:lnTo>
                    <a:pt x="3174464" y="6839531"/>
                  </a:lnTo>
                  <a:cubicBezTo>
                    <a:pt x="3077646" y="6849363"/>
                    <a:pt x="2979412" y="6854400"/>
                    <a:pt x="2880000" y="6854400"/>
                  </a:cubicBezTo>
                  <a:cubicBezTo>
                    <a:pt x="1289420" y="6854400"/>
                    <a:pt x="0" y="5564980"/>
                    <a:pt x="0" y="3974400"/>
                  </a:cubicBezTo>
                  <a:cubicBezTo>
                    <a:pt x="0" y="3576755"/>
                    <a:pt x="80589" y="3197933"/>
                    <a:pt x="226325" y="2853374"/>
                  </a:cubicBezTo>
                  <a:lnTo>
                    <a:pt x="258015" y="2787590"/>
                  </a:lnTo>
                  <a:lnTo>
                    <a:pt x="224445" y="2657030"/>
                  </a:lnTo>
                  <a:cubicBezTo>
                    <a:pt x="195672" y="2516419"/>
                    <a:pt x="180561" y="2370831"/>
                    <a:pt x="180561" y="2221714"/>
                  </a:cubicBezTo>
                  <a:cubicBezTo>
                    <a:pt x="180561" y="1028779"/>
                    <a:pt x="1147626" y="61714"/>
                    <a:pt x="2340561" y="61714"/>
                  </a:cubicBezTo>
                  <a:cubicBezTo>
                    <a:pt x="2508318" y="61714"/>
                    <a:pt x="2671608" y="80838"/>
                    <a:pt x="2828370" y="117025"/>
                  </a:cubicBezTo>
                  <a:lnTo>
                    <a:pt x="2891183" y="134017"/>
                  </a:lnTo>
                  <a:lnTo>
                    <a:pt x="2983165" y="107897"/>
                  </a:lnTo>
                  <a:cubicBezTo>
                    <a:pt x="3256928" y="37461"/>
                    <a:pt x="3543927" y="0"/>
                    <a:pt x="3839675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3CF8FD-0917-4279-B6E7-120EE392F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94400"/>
              <a:ext cx="5760000" cy="576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A3FA15-CF3D-4F2B-BB5C-18E5DB305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0561" y="61714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76AED5-83E6-4A3D-B609-7CCABAD4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75" y="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090F74-91D0-9F24-0A01-4A98E8D3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833015"/>
            <a:ext cx="5958000" cy="52020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80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7AC93-5C9F-361D-320F-4AD742F1A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8768" y="540347"/>
            <a:ext cx="3582369" cy="576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69875" indent="-269875"/>
            <a:r>
              <a:rPr lang="en-US" sz="2400" dirty="0"/>
              <a:t>2110976127</a:t>
            </a:r>
          </a:p>
          <a:p>
            <a:pPr marL="269875" indent="-269875"/>
            <a:r>
              <a:rPr lang="en-US" sz="2400" dirty="0"/>
              <a:t>2110276150</a:t>
            </a:r>
          </a:p>
          <a:p>
            <a:pPr marL="269875" indent="-269875"/>
            <a:r>
              <a:rPr lang="en-US" sz="2400"/>
              <a:t>2110576158</a:t>
            </a:r>
            <a:endParaRPr lang="en-US" sz="2400" dirty="0"/>
          </a:p>
          <a:p>
            <a:pPr marL="269875" indent="-269875"/>
            <a:r>
              <a:rPr lang="en-US" sz="2400" dirty="0"/>
              <a:t>2010676157</a:t>
            </a:r>
          </a:p>
        </p:txBody>
      </p:sp>
    </p:spTree>
    <p:extLst>
      <p:ext uri="{BB962C8B-B14F-4D97-AF65-F5344CB8AC3E}">
        <p14:creationId xmlns:p14="http://schemas.microsoft.com/office/powerpoint/2010/main" val="2977281003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RegularSeedRightStep">
      <a:dk1>
        <a:srgbClr val="000000"/>
      </a:dk1>
      <a:lt1>
        <a:srgbClr val="FFFFFF"/>
      </a:lt1>
      <a:dk2>
        <a:srgbClr val="38361F"/>
      </a:dk2>
      <a:lt2>
        <a:srgbClr val="E2E8E6"/>
      </a:lt2>
      <a:accent1>
        <a:srgbClr val="E72966"/>
      </a:accent1>
      <a:accent2>
        <a:srgbClr val="D52A17"/>
      </a:accent2>
      <a:accent3>
        <a:srgbClr val="E78B29"/>
      </a:accent3>
      <a:accent4>
        <a:srgbClr val="B1A613"/>
      </a:accent4>
      <a:accent5>
        <a:srgbClr val="80B320"/>
      </a:accent5>
      <a:accent6>
        <a:srgbClr val="3BBA14"/>
      </a:accent6>
      <a:hlink>
        <a:srgbClr val="319474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GlowVTI</vt:lpstr>
      <vt:lpstr>HALL SEAT ALLOTMENT SYSTEM </vt:lpstr>
      <vt:lpstr>Abstract</vt:lpstr>
      <vt:lpstr>System Design Workflow</vt:lpstr>
      <vt:lpstr>Problem Statement</vt:lpstr>
      <vt:lpstr>Key Features</vt:lpstr>
      <vt:lpstr>Functional Workflow</vt:lpstr>
      <vt:lpstr>Technical Feasibility</vt:lpstr>
      <vt:lpstr>Software Structure</vt:lpstr>
      <vt:lpstr>Collaboration Workflow</vt:lpstr>
      <vt:lpstr>PowerPoint Presentation</vt:lpstr>
      <vt:lpstr>Key Pages (Mockups/Designs)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Overall Efficiency </vt:lpstr>
      <vt:lpstr>Overall Benefits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169</cp:revision>
  <dcterms:created xsi:type="dcterms:W3CDTF">2024-11-29T08:29:33Z</dcterms:created>
  <dcterms:modified xsi:type="dcterms:W3CDTF">2024-11-30T14:43:33Z</dcterms:modified>
</cp:coreProperties>
</file>